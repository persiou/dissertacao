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759450" cy="2160588"/>
  <p:notesSz cx="6858000" cy="9144000"/>
  <p:defaultTextStyle>
    <a:defPPr>
      <a:defRPr lang="pt-BR"/>
    </a:defPPr>
    <a:lvl1pPr marL="0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1pPr>
    <a:lvl2pPr marL="190039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2pPr>
    <a:lvl3pPr marL="380077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3pPr>
    <a:lvl4pPr marL="570115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4pPr>
    <a:lvl5pPr marL="760154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5pPr>
    <a:lvl6pPr marL="950192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6pPr>
    <a:lvl7pPr marL="1140230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7pPr>
    <a:lvl8pPr marL="1330269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8pPr>
    <a:lvl9pPr marL="1520307" algn="l" defTabSz="380077" rtl="0" eaLnBrk="1" latinLnBrk="0" hangingPunct="1">
      <a:defRPr sz="74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7B51"/>
    <a:srgbClr val="F8F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252" d="100"/>
          <a:sy n="252" d="100"/>
        </p:scale>
        <p:origin x="20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3DB53-C0CC-4244-9636-238F2E283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931" y="353597"/>
            <a:ext cx="4319588" cy="75220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A54880-41B2-4994-8770-73B217CF9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931" y="1134809"/>
            <a:ext cx="4319588" cy="5216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9EEF75-9AE8-466D-B00E-F12CEF8F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213495-BE5B-45E9-A0CE-7C83E052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213DDE-6DD3-4947-BE6D-C9B4D4A7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10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F6510-AA02-4648-9E73-470DD5D6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ED7B6-ECD4-4D8D-A8D8-9AEB80D42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4592C8-259B-4C21-ADAC-2988B52F9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A8FBC8-7E2C-42DF-AF80-4E23391D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E7B3A-B83A-475C-8302-071EBD38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261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7738D-DE8B-4B06-A706-CCC22226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962" y="538648"/>
            <a:ext cx="4967526" cy="89874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9196175-0BAC-4C70-9214-93567966A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962" y="1445895"/>
            <a:ext cx="4967526" cy="47262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F506C3-3659-46DC-8C46-F095CF0E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DF19CE-3BCE-4F35-A6ED-42E4995E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BD28C-4A14-4AA0-B099-23EE9976A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1488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41AAEB-1453-405D-B5AE-57A4471C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9FA2C3-71D9-4B5A-87DC-91320153B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962" y="575157"/>
            <a:ext cx="2447766" cy="1370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9B16270-3586-4EB7-835E-1E6258A5B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15722" y="575157"/>
            <a:ext cx="2447766" cy="1370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42BCD2-157A-4BDF-AB1C-C581A448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A2FD7A-3917-495F-921C-F2F0D27A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3F1B7B-FCE5-4DB9-B0C2-BCA4B644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301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BCC7BF-1639-4D9E-8883-4F608368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2" y="115032"/>
            <a:ext cx="4967526" cy="41761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3BBCF0-7833-4084-A99B-22C25FF6A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714" y="529645"/>
            <a:ext cx="2436517" cy="2595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9F237F8-D72D-43F1-B3E2-2516A582F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6714" y="789215"/>
            <a:ext cx="2436517" cy="11608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37494C-3236-4141-8A56-EA923F57C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15722" y="529645"/>
            <a:ext cx="2448516" cy="2595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2BCF3E6-240B-4556-94C8-F74D12911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915722" y="789215"/>
            <a:ext cx="2448516" cy="116081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78186DC-33A7-4A65-82EC-EC772CB4B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532D8B9-8BB2-4330-9CA9-0239B6ADA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7AC277-B0DF-43D9-854E-A70DE9CC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31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3A99A-EEF7-4ECE-96EF-888CF9A0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F648FE-343A-4E37-9668-CEB7BB86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9F0498-0BD7-45E1-A175-305FE40D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81F606-F5E5-471F-8203-B6411AA1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54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A1A0A9-C07B-429B-B1B6-8233F512D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E9EB35-DED1-447D-82D2-9A6A9042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23924E-65CE-4559-A07D-5E9667B5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443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A982C-7572-44E9-A6A7-70B3D7C7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144040"/>
            <a:ext cx="1857572" cy="5041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2143AF-9E15-46C2-B9FC-D04B2B696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8516" y="311086"/>
            <a:ext cx="2915722" cy="153541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99689B-D68E-43A2-B5AF-AB416E0FD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648176"/>
            <a:ext cx="1857572" cy="1200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5DC243-6E01-4E4E-B04E-914ACB38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77AE77-05E2-4938-8BE5-20984494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2123BC-A928-41F5-9E5E-BD1BF391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75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21F265-BF44-4ED7-B6CC-1F5CB72E9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3" y="144040"/>
            <a:ext cx="1857572" cy="50413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90AFCA1-F00D-4E63-8B22-CF88CBCED6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448516" y="311086"/>
            <a:ext cx="2915722" cy="15354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2498C4-3B0F-4FD7-B165-9301B86A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6713" y="648176"/>
            <a:ext cx="1857572" cy="120082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59787F-3EC6-4B83-8EBC-D746E2A79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4F65F2-8EE3-4E84-B20A-38C37ADE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A23993-69E2-4BCB-A167-A1D513E7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51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9A7CE-1129-4926-86A2-FBB42B69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A1EA45-42CB-48FD-B97B-D8C4F1602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F6358A-18D3-40A3-9E5D-E4B449D8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EF4AF5-51C1-486D-819D-5F914B5D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EC7A65-CADB-4FC4-B2C1-E271EA1D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936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E3B312-2763-4AD0-B094-01295621A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121608" y="115033"/>
            <a:ext cx="1241881" cy="18309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7540C0-87C8-4766-8272-008B6DDE6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5963" y="115033"/>
            <a:ext cx="3653651" cy="183099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5D2C34-9DCE-426D-97CA-EC251DD86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F819D6-F369-45AA-9D11-07B7D8E6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00381-0007-4F8F-820F-483880C7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24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8D26561-CEBE-42E4-B8BB-BC9E071B8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962" y="115032"/>
            <a:ext cx="4967526" cy="417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3DEC99-C2FF-4DCE-ABDC-67EB6D9D4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962" y="575157"/>
            <a:ext cx="4967526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15665A-B2AB-438E-A1F5-CE22C0784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5962" y="2002546"/>
            <a:ext cx="129587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CDDF1-AF55-4EA5-A71E-7C78881A9D74}" type="datetimeFigureOut">
              <a:rPr lang="pt-BR" smtClean="0"/>
              <a:t>16/06/2026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0DAFE6-D667-4500-A496-5B444581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07818" y="2002546"/>
            <a:ext cx="1943814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66C9A7-C412-4711-9767-56063659E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7612" y="2002546"/>
            <a:ext cx="129587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94674-C2BC-4D6D-AB5C-E7B0362342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71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0">
            <a:extLst>
              <a:ext uri="{FF2B5EF4-FFF2-40B4-BE49-F238E27FC236}">
                <a16:creationId xmlns:a16="http://schemas.microsoft.com/office/drawing/2014/main" id="{B63DA2AE-168D-4CD8-8077-1255C23B2216}"/>
              </a:ext>
            </a:extLst>
          </p:cNvPr>
          <p:cNvSpPr/>
          <p:nvPr/>
        </p:nvSpPr>
        <p:spPr>
          <a:xfrm flipV="1">
            <a:off x="782367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2" name="Shape 131">
            <a:extLst>
              <a:ext uri="{FF2B5EF4-FFF2-40B4-BE49-F238E27FC236}">
                <a16:creationId xmlns:a16="http://schemas.microsoft.com/office/drawing/2014/main" id="{2FD966A0-8AFF-41E9-8A13-FC819DD44BBC}"/>
              </a:ext>
            </a:extLst>
          </p:cNvPr>
          <p:cNvSpPr/>
          <p:nvPr/>
        </p:nvSpPr>
        <p:spPr>
          <a:xfrm flipV="1">
            <a:off x="1206649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3" name="Shape 132">
            <a:extLst>
              <a:ext uri="{FF2B5EF4-FFF2-40B4-BE49-F238E27FC236}">
                <a16:creationId xmlns:a16="http://schemas.microsoft.com/office/drawing/2014/main" id="{59D8D81D-A63A-4978-B1B8-32D8560E06E5}"/>
              </a:ext>
            </a:extLst>
          </p:cNvPr>
          <p:cNvSpPr/>
          <p:nvPr/>
        </p:nvSpPr>
        <p:spPr>
          <a:xfrm flipV="1">
            <a:off x="782367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4" name="Shape 133">
            <a:extLst>
              <a:ext uri="{FF2B5EF4-FFF2-40B4-BE49-F238E27FC236}">
                <a16:creationId xmlns:a16="http://schemas.microsoft.com/office/drawing/2014/main" id="{8CB02F8E-5EF5-4615-8D7F-08560A4CD411}"/>
              </a:ext>
            </a:extLst>
          </p:cNvPr>
          <p:cNvSpPr/>
          <p:nvPr/>
        </p:nvSpPr>
        <p:spPr>
          <a:xfrm flipV="1">
            <a:off x="1630930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5" name="Shape 134">
            <a:extLst>
              <a:ext uri="{FF2B5EF4-FFF2-40B4-BE49-F238E27FC236}">
                <a16:creationId xmlns:a16="http://schemas.microsoft.com/office/drawing/2014/main" id="{A57E9B87-33FC-467B-83D8-B17674A4220F}"/>
              </a:ext>
            </a:extLst>
          </p:cNvPr>
          <p:cNvSpPr/>
          <p:nvPr/>
        </p:nvSpPr>
        <p:spPr>
          <a:xfrm flipV="1">
            <a:off x="1206649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6" name="Shape 135">
            <a:extLst>
              <a:ext uri="{FF2B5EF4-FFF2-40B4-BE49-F238E27FC236}">
                <a16:creationId xmlns:a16="http://schemas.microsoft.com/office/drawing/2014/main" id="{7A2F901E-26E1-4FBD-B6AE-CE6C13136550}"/>
              </a:ext>
            </a:extLst>
          </p:cNvPr>
          <p:cNvSpPr/>
          <p:nvPr/>
        </p:nvSpPr>
        <p:spPr>
          <a:xfrm flipV="1">
            <a:off x="2055211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7" name="Shape 136">
            <a:extLst>
              <a:ext uri="{FF2B5EF4-FFF2-40B4-BE49-F238E27FC236}">
                <a16:creationId xmlns:a16="http://schemas.microsoft.com/office/drawing/2014/main" id="{DD8AE3F2-7212-4968-9715-4A03680A9388}"/>
              </a:ext>
            </a:extLst>
          </p:cNvPr>
          <p:cNvSpPr/>
          <p:nvPr/>
        </p:nvSpPr>
        <p:spPr>
          <a:xfrm flipV="1">
            <a:off x="1630930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8" name="Shape 137">
            <a:extLst>
              <a:ext uri="{FF2B5EF4-FFF2-40B4-BE49-F238E27FC236}">
                <a16:creationId xmlns:a16="http://schemas.microsoft.com/office/drawing/2014/main" id="{2B2C8C0F-D2B1-4F3C-96C0-493C2F1C84C2}"/>
              </a:ext>
            </a:extLst>
          </p:cNvPr>
          <p:cNvSpPr/>
          <p:nvPr/>
        </p:nvSpPr>
        <p:spPr>
          <a:xfrm flipV="1">
            <a:off x="2479493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39" name="Shape 138">
            <a:extLst>
              <a:ext uri="{FF2B5EF4-FFF2-40B4-BE49-F238E27FC236}">
                <a16:creationId xmlns:a16="http://schemas.microsoft.com/office/drawing/2014/main" id="{FD29A759-1F80-431D-AC53-2B32FD8DF667}"/>
              </a:ext>
            </a:extLst>
          </p:cNvPr>
          <p:cNvSpPr/>
          <p:nvPr/>
        </p:nvSpPr>
        <p:spPr>
          <a:xfrm flipV="1">
            <a:off x="2055211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0" name="Shape 139">
            <a:extLst>
              <a:ext uri="{FF2B5EF4-FFF2-40B4-BE49-F238E27FC236}">
                <a16:creationId xmlns:a16="http://schemas.microsoft.com/office/drawing/2014/main" id="{D767DE49-ACD5-4B01-9295-9F58BC2A9672}"/>
              </a:ext>
            </a:extLst>
          </p:cNvPr>
          <p:cNvSpPr/>
          <p:nvPr/>
        </p:nvSpPr>
        <p:spPr>
          <a:xfrm flipV="1">
            <a:off x="3328056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1" name="Shape 140">
            <a:extLst>
              <a:ext uri="{FF2B5EF4-FFF2-40B4-BE49-F238E27FC236}">
                <a16:creationId xmlns:a16="http://schemas.microsoft.com/office/drawing/2014/main" id="{4D72C425-DF9C-4974-87BF-AE7BF40EAFA4}"/>
              </a:ext>
            </a:extLst>
          </p:cNvPr>
          <p:cNvSpPr/>
          <p:nvPr/>
        </p:nvSpPr>
        <p:spPr>
          <a:xfrm flipV="1">
            <a:off x="2903775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2" name="Shape 141">
            <a:extLst>
              <a:ext uri="{FF2B5EF4-FFF2-40B4-BE49-F238E27FC236}">
                <a16:creationId xmlns:a16="http://schemas.microsoft.com/office/drawing/2014/main" id="{A40E298B-3729-4D53-99FC-E5BCB9ECBA23}"/>
              </a:ext>
            </a:extLst>
          </p:cNvPr>
          <p:cNvSpPr/>
          <p:nvPr/>
        </p:nvSpPr>
        <p:spPr>
          <a:xfrm flipV="1">
            <a:off x="4176620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3" name="Shape 142">
            <a:extLst>
              <a:ext uri="{FF2B5EF4-FFF2-40B4-BE49-F238E27FC236}">
                <a16:creationId xmlns:a16="http://schemas.microsoft.com/office/drawing/2014/main" id="{1A8A0A11-C5CD-4DD8-9070-5600C18B5F9B}"/>
              </a:ext>
            </a:extLst>
          </p:cNvPr>
          <p:cNvSpPr/>
          <p:nvPr/>
        </p:nvSpPr>
        <p:spPr>
          <a:xfrm flipV="1">
            <a:off x="3752338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4" name="Shape 143">
            <a:extLst>
              <a:ext uri="{FF2B5EF4-FFF2-40B4-BE49-F238E27FC236}">
                <a16:creationId xmlns:a16="http://schemas.microsoft.com/office/drawing/2014/main" id="{BC5BAC90-5A6E-490A-9205-1C7ABB0FD148}"/>
              </a:ext>
            </a:extLst>
          </p:cNvPr>
          <p:cNvSpPr/>
          <p:nvPr/>
        </p:nvSpPr>
        <p:spPr>
          <a:xfrm flipV="1">
            <a:off x="5025184" y="128124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5" name="Shape 144">
            <a:extLst>
              <a:ext uri="{FF2B5EF4-FFF2-40B4-BE49-F238E27FC236}">
                <a16:creationId xmlns:a16="http://schemas.microsoft.com/office/drawing/2014/main" id="{7A1D8060-D16D-47D7-A7EC-BCA09688C90F}"/>
              </a:ext>
            </a:extLst>
          </p:cNvPr>
          <p:cNvSpPr/>
          <p:nvPr/>
        </p:nvSpPr>
        <p:spPr>
          <a:xfrm flipV="1">
            <a:off x="4600900" y="1281242"/>
            <a:ext cx="424282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6" name="Shape 145">
            <a:extLst>
              <a:ext uri="{FF2B5EF4-FFF2-40B4-BE49-F238E27FC236}">
                <a16:creationId xmlns:a16="http://schemas.microsoft.com/office/drawing/2014/main" id="{BB726B10-F534-4632-8D21-72F51EA5FCF9}"/>
              </a:ext>
            </a:extLst>
          </p:cNvPr>
          <p:cNvSpPr/>
          <p:nvPr/>
        </p:nvSpPr>
        <p:spPr>
          <a:xfrm flipV="1">
            <a:off x="782367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7" name="Shape 146">
            <a:extLst>
              <a:ext uri="{FF2B5EF4-FFF2-40B4-BE49-F238E27FC236}">
                <a16:creationId xmlns:a16="http://schemas.microsoft.com/office/drawing/2014/main" id="{6BD67BA1-3AE1-480C-801C-C52B8710D74D}"/>
              </a:ext>
            </a:extLst>
          </p:cNvPr>
          <p:cNvSpPr/>
          <p:nvPr/>
        </p:nvSpPr>
        <p:spPr>
          <a:xfrm flipV="1">
            <a:off x="1206649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8" name="Shape 147">
            <a:extLst>
              <a:ext uri="{FF2B5EF4-FFF2-40B4-BE49-F238E27FC236}">
                <a16:creationId xmlns:a16="http://schemas.microsoft.com/office/drawing/2014/main" id="{B68D54D1-63C8-4E69-B59C-C6AF30323839}"/>
              </a:ext>
            </a:extLst>
          </p:cNvPr>
          <p:cNvSpPr/>
          <p:nvPr/>
        </p:nvSpPr>
        <p:spPr>
          <a:xfrm flipV="1">
            <a:off x="1630930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49" name="Shape 148">
            <a:extLst>
              <a:ext uri="{FF2B5EF4-FFF2-40B4-BE49-F238E27FC236}">
                <a16:creationId xmlns:a16="http://schemas.microsoft.com/office/drawing/2014/main" id="{93A5E4D8-3D8F-4201-B8B1-14704E2C89C5}"/>
              </a:ext>
            </a:extLst>
          </p:cNvPr>
          <p:cNvSpPr/>
          <p:nvPr/>
        </p:nvSpPr>
        <p:spPr>
          <a:xfrm flipV="1">
            <a:off x="782367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0" name="Shape 149">
            <a:extLst>
              <a:ext uri="{FF2B5EF4-FFF2-40B4-BE49-F238E27FC236}">
                <a16:creationId xmlns:a16="http://schemas.microsoft.com/office/drawing/2014/main" id="{D9F39D7B-69D3-4FC1-8DD6-7FC69BAA32B6}"/>
              </a:ext>
            </a:extLst>
          </p:cNvPr>
          <p:cNvSpPr/>
          <p:nvPr/>
        </p:nvSpPr>
        <p:spPr>
          <a:xfrm flipV="1">
            <a:off x="2055211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1" name="Shape 150">
            <a:extLst>
              <a:ext uri="{FF2B5EF4-FFF2-40B4-BE49-F238E27FC236}">
                <a16:creationId xmlns:a16="http://schemas.microsoft.com/office/drawing/2014/main" id="{A652918B-36CB-49FB-B845-6178323C9044}"/>
              </a:ext>
            </a:extLst>
          </p:cNvPr>
          <p:cNvSpPr/>
          <p:nvPr/>
        </p:nvSpPr>
        <p:spPr>
          <a:xfrm flipV="1">
            <a:off x="1206648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2" name="Shape 151">
            <a:extLst>
              <a:ext uri="{FF2B5EF4-FFF2-40B4-BE49-F238E27FC236}">
                <a16:creationId xmlns:a16="http://schemas.microsoft.com/office/drawing/2014/main" id="{954BCA0B-9609-4CFE-B9B3-3D034BD45361}"/>
              </a:ext>
            </a:extLst>
          </p:cNvPr>
          <p:cNvSpPr/>
          <p:nvPr/>
        </p:nvSpPr>
        <p:spPr>
          <a:xfrm flipV="1">
            <a:off x="2479493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3" name="Shape 152">
            <a:extLst>
              <a:ext uri="{FF2B5EF4-FFF2-40B4-BE49-F238E27FC236}">
                <a16:creationId xmlns:a16="http://schemas.microsoft.com/office/drawing/2014/main" id="{28BBD74E-FE11-43BF-8016-4AB98317883A}"/>
              </a:ext>
            </a:extLst>
          </p:cNvPr>
          <p:cNvSpPr/>
          <p:nvPr/>
        </p:nvSpPr>
        <p:spPr>
          <a:xfrm flipV="1">
            <a:off x="1630930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4" name="Shape 153">
            <a:extLst>
              <a:ext uri="{FF2B5EF4-FFF2-40B4-BE49-F238E27FC236}">
                <a16:creationId xmlns:a16="http://schemas.microsoft.com/office/drawing/2014/main" id="{F0D385FE-201C-43A5-9089-7A98A0719E0B}"/>
              </a:ext>
            </a:extLst>
          </p:cNvPr>
          <p:cNvSpPr/>
          <p:nvPr/>
        </p:nvSpPr>
        <p:spPr>
          <a:xfrm flipV="1">
            <a:off x="2903775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5" name="Shape 154">
            <a:extLst>
              <a:ext uri="{FF2B5EF4-FFF2-40B4-BE49-F238E27FC236}">
                <a16:creationId xmlns:a16="http://schemas.microsoft.com/office/drawing/2014/main" id="{ECE85B05-88FB-47DE-ABB9-F6C71C56049D}"/>
              </a:ext>
            </a:extLst>
          </p:cNvPr>
          <p:cNvSpPr/>
          <p:nvPr/>
        </p:nvSpPr>
        <p:spPr>
          <a:xfrm flipV="1">
            <a:off x="2055211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6" name="Shape 155">
            <a:extLst>
              <a:ext uri="{FF2B5EF4-FFF2-40B4-BE49-F238E27FC236}">
                <a16:creationId xmlns:a16="http://schemas.microsoft.com/office/drawing/2014/main" id="{DFD05BBC-9B4A-4352-90F8-0334ED96E24E}"/>
              </a:ext>
            </a:extLst>
          </p:cNvPr>
          <p:cNvSpPr/>
          <p:nvPr/>
        </p:nvSpPr>
        <p:spPr>
          <a:xfrm flipV="1">
            <a:off x="3328056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7" name="Shape 156">
            <a:extLst>
              <a:ext uri="{FF2B5EF4-FFF2-40B4-BE49-F238E27FC236}">
                <a16:creationId xmlns:a16="http://schemas.microsoft.com/office/drawing/2014/main" id="{8C387F71-5D99-4737-AFFF-4BA90985430E}"/>
              </a:ext>
            </a:extLst>
          </p:cNvPr>
          <p:cNvSpPr/>
          <p:nvPr/>
        </p:nvSpPr>
        <p:spPr>
          <a:xfrm flipV="1">
            <a:off x="2479493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8" name="Shape 157">
            <a:extLst>
              <a:ext uri="{FF2B5EF4-FFF2-40B4-BE49-F238E27FC236}">
                <a16:creationId xmlns:a16="http://schemas.microsoft.com/office/drawing/2014/main" id="{4BA02B43-4635-48CF-82A5-2D5BF3EA2909}"/>
              </a:ext>
            </a:extLst>
          </p:cNvPr>
          <p:cNvSpPr/>
          <p:nvPr/>
        </p:nvSpPr>
        <p:spPr>
          <a:xfrm flipV="1">
            <a:off x="4176620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59" name="Shape 158">
            <a:extLst>
              <a:ext uri="{FF2B5EF4-FFF2-40B4-BE49-F238E27FC236}">
                <a16:creationId xmlns:a16="http://schemas.microsoft.com/office/drawing/2014/main" id="{2C3EDED6-A167-4438-AC04-4626A9CB238C}"/>
              </a:ext>
            </a:extLst>
          </p:cNvPr>
          <p:cNvSpPr/>
          <p:nvPr/>
        </p:nvSpPr>
        <p:spPr>
          <a:xfrm flipV="1">
            <a:off x="3328056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0" name="Shape 159">
            <a:extLst>
              <a:ext uri="{FF2B5EF4-FFF2-40B4-BE49-F238E27FC236}">
                <a16:creationId xmlns:a16="http://schemas.microsoft.com/office/drawing/2014/main" id="{99BC0D55-A6AF-4DD6-898C-ADC74ECF9FBC}"/>
              </a:ext>
            </a:extLst>
          </p:cNvPr>
          <p:cNvSpPr/>
          <p:nvPr/>
        </p:nvSpPr>
        <p:spPr>
          <a:xfrm flipV="1">
            <a:off x="4600900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1" name="Shape 160">
            <a:extLst>
              <a:ext uri="{FF2B5EF4-FFF2-40B4-BE49-F238E27FC236}">
                <a16:creationId xmlns:a16="http://schemas.microsoft.com/office/drawing/2014/main" id="{F7D0AE06-CFC0-4DA2-9CDD-36DF74C08935}"/>
              </a:ext>
            </a:extLst>
          </p:cNvPr>
          <p:cNvSpPr/>
          <p:nvPr/>
        </p:nvSpPr>
        <p:spPr>
          <a:xfrm flipV="1">
            <a:off x="3752338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2" name="Shape 161">
            <a:extLst>
              <a:ext uri="{FF2B5EF4-FFF2-40B4-BE49-F238E27FC236}">
                <a16:creationId xmlns:a16="http://schemas.microsoft.com/office/drawing/2014/main" id="{7DE21502-3D31-4FAB-8E08-71B6F2CFA770}"/>
              </a:ext>
            </a:extLst>
          </p:cNvPr>
          <p:cNvSpPr/>
          <p:nvPr/>
        </p:nvSpPr>
        <p:spPr>
          <a:xfrm flipV="1">
            <a:off x="5025184" y="915482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3" name="Shape 162">
            <a:extLst>
              <a:ext uri="{FF2B5EF4-FFF2-40B4-BE49-F238E27FC236}">
                <a16:creationId xmlns:a16="http://schemas.microsoft.com/office/drawing/2014/main" id="{C77E56D6-05B0-4BE4-8EE1-3F023C66B6BB}"/>
              </a:ext>
            </a:extLst>
          </p:cNvPr>
          <p:cNvSpPr/>
          <p:nvPr/>
        </p:nvSpPr>
        <p:spPr>
          <a:xfrm flipV="1">
            <a:off x="4176619" y="915482"/>
            <a:ext cx="848563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4" name="Shape 163">
            <a:extLst>
              <a:ext uri="{FF2B5EF4-FFF2-40B4-BE49-F238E27FC236}">
                <a16:creationId xmlns:a16="http://schemas.microsoft.com/office/drawing/2014/main" id="{7E66136D-6CF7-4A01-BFD9-830D9A241FC9}"/>
              </a:ext>
            </a:extLst>
          </p:cNvPr>
          <p:cNvSpPr/>
          <p:nvPr/>
        </p:nvSpPr>
        <p:spPr>
          <a:xfrm flipV="1">
            <a:off x="782367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5" name="Shape 164">
            <a:extLst>
              <a:ext uri="{FF2B5EF4-FFF2-40B4-BE49-F238E27FC236}">
                <a16:creationId xmlns:a16="http://schemas.microsoft.com/office/drawing/2014/main" id="{1AB3950E-4CD2-4E68-A89C-11A61EDBB16C}"/>
              </a:ext>
            </a:extLst>
          </p:cNvPr>
          <p:cNvSpPr/>
          <p:nvPr/>
        </p:nvSpPr>
        <p:spPr>
          <a:xfrm flipV="1">
            <a:off x="1206649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6" name="Shape 165">
            <a:extLst>
              <a:ext uri="{FF2B5EF4-FFF2-40B4-BE49-F238E27FC236}">
                <a16:creationId xmlns:a16="http://schemas.microsoft.com/office/drawing/2014/main" id="{C0B85DC6-6E56-4518-9439-4EDA6B5C1AD9}"/>
              </a:ext>
            </a:extLst>
          </p:cNvPr>
          <p:cNvSpPr/>
          <p:nvPr/>
        </p:nvSpPr>
        <p:spPr>
          <a:xfrm flipV="1">
            <a:off x="1630930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7" name="Shape 166">
            <a:extLst>
              <a:ext uri="{FF2B5EF4-FFF2-40B4-BE49-F238E27FC236}">
                <a16:creationId xmlns:a16="http://schemas.microsoft.com/office/drawing/2014/main" id="{3DFA03FE-0215-469E-AC90-6378D084B752}"/>
              </a:ext>
            </a:extLst>
          </p:cNvPr>
          <p:cNvSpPr/>
          <p:nvPr/>
        </p:nvSpPr>
        <p:spPr>
          <a:xfrm flipV="1">
            <a:off x="2055211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8" name="Shape 167">
            <a:extLst>
              <a:ext uri="{FF2B5EF4-FFF2-40B4-BE49-F238E27FC236}">
                <a16:creationId xmlns:a16="http://schemas.microsoft.com/office/drawing/2014/main" id="{C5C1845D-F39A-490F-B483-BF4A85978616}"/>
              </a:ext>
            </a:extLst>
          </p:cNvPr>
          <p:cNvSpPr/>
          <p:nvPr/>
        </p:nvSpPr>
        <p:spPr>
          <a:xfrm flipV="1">
            <a:off x="2479493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69" name="Shape 168">
            <a:extLst>
              <a:ext uri="{FF2B5EF4-FFF2-40B4-BE49-F238E27FC236}">
                <a16:creationId xmlns:a16="http://schemas.microsoft.com/office/drawing/2014/main" id="{309354A6-773C-4904-A741-A523031F12AD}"/>
              </a:ext>
            </a:extLst>
          </p:cNvPr>
          <p:cNvSpPr/>
          <p:nvPr/>
        </p:nvSpPr>
        <p:spPr>
          <a:xfrm flipV="1">
            <a:off x="782367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0" name="Shape 169">
            <a:extLst>
              <a:ext uri="{FF2B5EF4-FFF2-40B4-BE49-F238E27FC236}">
                <a16:creationId xmlns:a16="http://schemas.microsoft.com/office/drawing/2014/main" id="{F1AFB000-482A-48E4-BA12-BA602A19ED97}"/>
              </a:ext>
            </a:extLst>
          </p:cNvPr>
          <p:cNvSpPr/>
          <p:nvPr/>
        </p:nvSpPr>
        <p:spPr>
          <a:xfrm flipV="1">
            <a:off x="2903775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1" name="Shape 170">
            <a:extLst>
              <a:ext uri="{FF2B5EF4-FFF2-40B4-BE49-F238E27FC236}">
                <a16:creationId xmlns:a16="http://schemas.microsoft.com/office/drawing/2014/main" id="{77C8BA8D-43D4-465E-A6A1-720856E3C7F8}"/>
              </a:ext>
            </a:extLst>
          </p:cNvPr>
          <p:cNvSpPr/>
          <p:nvPr/>
        </p:nvSpPr>
        <p:spPr>
          <a:xfrm flipV="1">
            <a:off x="1206649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2" name="Shape 171">
            <a:extLst>
              <a:ext uri="{FF2B5EF4-FFF2-40B4-BE49-F238E27FC236}">
                <a16:creationId xmlns:a16="http://schemas.microsoft.com/office/drawing/2014/main" id="{E0B97D89-A48C-4ED6-899C-8663C6376889}"/>
              </a:ext>
            </a:extLst>
          </p:cNvPr>
          <p:cNvSpPr/>
          <p:nvPr/>
        </p:nvSpPr>
        <p:spPr>
          <a:xfrm flipV="1">
            <a:off x="3328056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3" name="Shape 172">
            <a:extLst>
              <a:ext uri="{FF2B5EF4-FFF2-40B4-BE49-F238E27FC236}">
                <a16:creationId xmlns:a16="http://schemas.microsoft.com/office/drawing/2014/main" id="{8CCAB4C6-E148-43A3-88F7-B57C57179C9D}"/>
              </a:ext>
            </a:extLst>
          </p:cNvPr>
          <p:cNvSpPr/>
          <p:nvPr/>
        </p:nvSpPr>
        <p:spPr>
          <a:xfrm flipV="1">
            <a:off x="1630931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4" name="Shape 173">
            <a:extLst>
              <a:ext uri="{FF2B5EF4-FFF2-40B4-BE49-F238E27FC236}">
                <a16:creationId xmlns:a16="http://schemas.microsoft.com/office/drawing/2014/main" id="{430635BC-5D4C-4C10-8CF4-2FA68CD9D435}"/>
              </a:ext>
            </a:extLst>
          </p:cNvPr>
          <p:cNvSpPr/>
          <p:nvPr/>
        </p:nvSpPr>
        <p:spPr>
          <a:xfrm flipV="1">
            <a:off x="3752338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5" name="Shape 174">
            <a:extLst>
              <a:ext uri="{FF2B5EF4-FFF2-40B4-BE49-F238E27FC236}">
                <a16:creationId xmlns:a16="http://schemas.microsoft.com/office/drawing/2014/main" id="{6A171FB3-E388-4647-948A-103ECD86E10A}"/>
              </a:ext>
            </a:extLst>
          </p:cNvPr>
          <p:cNvSpPr/>
          <p:nvPr/>
        </p:nvSpPr>
        <p:spPr>
          <a:xfrm flipV="1">
            <a:off x="2055213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6" name="Shape 175">
            <a:extLst>
              <a:ext uri="{FF2B5EF4-FFF2-40B4-BE49-F238E27FC236}">
                <a16:creationId xmlns:a16="http://schemas.microsoft.com/office/drawing/2014/main" id="{5FBB17C4-C1F6-4CD7-97EE-B1C3727F09E8}"/>
              </a:ext>
            </a:extLst>
          </p:cNvPr>
          <p:cNvSpPr/>
          <p:nvPr/>
        </p:nvSpPr>
        <p:spPr>
          <a:xfrm flipV="1">
            <a:off x="4176620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7" name="Shape 176">
            <a:extLst>
              <a:ext uri="{FF2B5EF4-FFF2-40B4-BE49-F238E27FC236}">
                <a16:creationId xmlns:a16="http://schemas.microsoft.com/office/drawing/2014/main" id="{5A671114-C530-45D2-95CD-1F59A6A64448}"/>
              </a:ext>
            </a:extLst>
          </p:cNvPr>
          <p:cNvSpPr/>
          <p:nvPr/>
        </p:nvSpPr>
        <p:spPr>
          <a:xfrm flipV="1">
            <a:off x="2479493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8" name="Shape 177">
            <a:extLst>
              <a:ext uri="{FF2B5EF4-FFF2-40B4-BE49-F238E27FC236}">
                <a16:creationId xmlns:a16="http://schemas.microsoft.com/office/drawing/2014/main" id="{C8B62EA3-6881-4EAA-B530-CEA934D43BD1}"/>
              </a:ext>
            </a:extLst>
          </p:cNvPr>
          <p:cNvSpPr/>
          <p:nvPr/>
        </p:nvSpPr>
        <p:spPr>
          <a:xfrm flipV="1">
            <a:off x="4600900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79" name="Shape 178">
            <a:extLst>
              <a:ext uri="{FF2B5EF4-FFF2-40B4-BE49-F238E27FC236}">
                <a16:creationId xmlns:a16="http://schemas.microsoft.com/office/drawing/2014/main" id="{C7CDEBD5-6865-4FAF-A4FC-442E7F5C4E90}"/>
              </a:ext>
            </a:extLst>
          </p:cNvPr>
          <p:cNvSpPr/>
          <p:nvPr/>
        </p:nvSpPr>
        <p:spPr>
          <a:xfrm flipV="1">
            <a:off x="2903775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80" name="Shape 179">
            <a:extLst>
              <a:ext uri="{FF2B5EF4-FFF2-40B4-BE49-F238E27FC236}">
                <a16:creationId xmlns:a16="http://schemas.microsoft.com/office/drawing/2014/main" id="{A2585158-23CA-42C4-97E4-C8C900A97501}"/>
              </a:ext>
            </a:extLst>
          </p:cNvPr>
          <p:cNvSpPr/>
          <p:nvPr/>
        </p:nvSpPr>
        <p:spPr>
          <a:xfrm flipV="1">
            <a:off x="5025184" y="549721"/>
            <a:ext cx="0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81" name="Shape 180">
            <a:extLst>
              <a:ext uri="{FF2B5EF4-FFF2-40B4-BE49-F238E27FC236}">
                <a16:creationId xmlns:a16="http://schemas.microsoft.com/office/drawing/2014/main" id="{E9F3055F-096D-4A84-A675-5C7BCCCFFAD6}"/>
              </a:ext>
            </a:extLst>
          </p:cNvPr>
          <p:cNvSpPr/>
          <p:nvPr/>
        </p:nvSpPr>
        <p:spPr>
          <a:xfrm flipV="1">
            <a:off x="3328056" y="549721"/>
            <a:ext cx="1697126" cy="277978"/>
          </a:xfrm>
          <a:prstGeom prst="line">
            <a:avLst/>
          </a:prstGeom>
          <a:noFill/>
          <a:ln w="8890">
            <a:solidFill>
              <a:srgbClr val="DCDCDC"/>
            </a:solidFill>
            <a:prstDash val="solid"/>
            <a:tailEnd type="none"/>
          </a:ln>
        </p:spPr>
      </p:sp>
      <p:sp>
        <p:nvSpPr>
          <p:cNvPr id="182" name="Shape 181">
            <a:extLst>
              <a:ext uri="{FF2B5EF4-FFF2-40B4-BE49-F238E27FC236}">
                <a16:creationId xmlns:a16="http://schemas.microsoft.com/office/drawing/2014/main" id="{56FFF161-6210-47B1-80E5-3E6AA8CE418E}"/>
              </a:ext>
            </a:extLst>
          </p:cNvPr>
          <p:cNvSpPr/>
          <p:nvPr/>
        </p:nvSpPr>
        <p:spPr>
          <a:xfrm flipV="1">
            <a:off x="2903775" y="1281242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3" name="Shape 182">
            <a:extLst>
              <a:ext uri="{FF2B5EF4-FFF2-40B4-BE49-F238E27FC236}">
                <a16:creationId xmlns:a16="http://schemas.microsoft.com/office/drawing/2014/main" id="{537EE569-DBEE-4806-98BD-15712F1E20E1}"/>
              </a:ext>
            </a:extLst>
          </p:cNvPr>
          <p:cNvSpPr/>
          <p:nvPr/>
        </p:nvSpPr>
        <p:spPr>
          <a:xfrm flipV="1">
            <a:off x="2479493" y="1281242"/>
            <a:ext cx="424282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4" name="Shape 183">
            <a:extLst>
              <a:ext uri="{FF2B5EF4-FFF2-40B4-BE49-F238E27FC236}">
                <a16:creationId xmlns:a16="http://schemas.microsoft.com/office/drawing/2014/main" id="{07020B77-85B1-4370-A309-3DFD7486E08F}"/>
              </a:ext>
            </a:extLst>
          </p:cNvPr>
          <p:cNvSpPr/>
          <p:nvPr/>
        </p:nvSpPr>
        <p:spPr>
          <a:xfrm flipV="1">
            <a:off x="3752338" y="1281242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5" name="Shape 184">
            <a:extLst>
              <a:ext uri="{FF2B5EF4-FFF2-40B4-BE49-F238E27FC236}">
                <a16:creationId xmlns:a16="http://schemas.microsoft.com/office/drawing/2014/main" id="{714BE940-895C-4A17-9BF7-DC02A3130AC0}"/>
              </a:ext>
            </a:extLst>
          </p:cNvPr>
          <p:cNvSpPr/>
          <p:nvPr/>
        </p:nvSpPr>
        <p:spPr>
          <a:xfrm flipV="1">
            <a:off x="3328056" y="1281242"/>
            <a:ext cx="424282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6" name="Shape 185">
            <a:extLst>
              <a:ext uri="{FF2B5EF4-FFF2-40B4-BE49-F238E27FC236}">
                <a16:creationId xmlns:a16="http://schemas.microsoft.com/office/drawing/2014/main" id="{588F30EE-AEDC-4FD1-8620-CD180D1CB094}"/>
              </a:ext>
            </a:extLst>
          </p:cNvPr>
          <p:cNvSpPr/>
          <p:nvPr/>
        </p:nvSpPr>
        <p:spPr>
          <a:xfrm flipV="1">
            <a:off x="4600900" y="1281242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7" name="Shape 186">
            <a:extLst>
              <a:ext uri="{FF2B5EF4-FFF2-40B4-BE49-F238E27FC236}">
                <a16:creationId xmlns:a16="http://schemas.microsoft.com/office/drawing/2014/main" id="{473C1E4E-64D7-4BA0-A637-691E02BBC429}"/>
              </a:ext>
            </a:extLst>
          </p:cNvPr>
          <p:cNvSpPr/>
          <p:nvPr/>
        </p:nvSpPr>
        <p:spPr>
          <a:xfrm flipV="1">
            <a:off x="4176619" y="1281242"/>
            <a:ext cx="424282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8" name="Shape 187">
            <a:extLst>
              <a:ext uri="{FF2B5EF4-FFF2-40B4-BE49-F238E27FC236}">
                <a16:creationId xmlns:a16="http://schemas.microsoft.com/office/drawing/2014/main" id="{CFD97C81-A5FB-4100-82E5-DADA7F7B6C35}"/>
              </a:ext>
            </a:extLst>
          </p:cNvPr>
          <p:cNvSpPr/>
          <p:nvPr/>
        </p:nvSpPr>
        <p:spPr>
          <a:xfrm flipV="1">
            <a:off x="5449465" y="1281242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89" name="Shape 188">
            <a:extLst>
              <a:ext uri="{FF2B5EF4-FFF2-40B4-BE49-F238E27FC236}">
                <a16:creationId xmlns:a16="http://schemas.microsoft.com/office/drawing/2014/main" id="{8CC5CB55-B2EE-4EEB-8224-88FC43786548}"/>
              </a:ext>
            </a:extLst>
          </p:cNvPr>
          <p:cNvSpPr/>
          <p:nvPr/>
        </p:nvSpPr>
        <p:spPr>
          <a:xfrm flipV="1">
            <a:off x="5025184" y="1281242"/>
            <a:ext cx="424282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0" name="Shape 189">
            <a:extLst>
              <a:ext uri="{FF2B5EF4-FFF2-40B4-BE49-F238E27FC236}">
                <a16:creationId xmlns:a16="http://schemas.microsoft.com/office/drawing/2014/main" id="{BFDAC540-7790-4FA3-AFDC-5157935A8C3F}"/>
              </a:ext>
            </a:extLst>
          </p:cNvPr>
          <p:cNvSpPr/>
          <p:nvPr/>
        </p:nvSpPr>
        <p:spPr>
          <a:xfrm flipV="1">
            <a:off x="3752338" y="915482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1" name="Shape 190">
            <a:extLst>
              <a:ext uri="{FF2B5EF4-FFF2-40B4-BE49-F238E27FC236}">
                <a16:creationId xmlns:a16="http://schemas.microsoft.com/office/drawing/2014/main" id="{ED273038-E8A3-43BE-976E-B1E31DF232E7}"/>
              </a:ext>
            </a:extLst>
          </p:cNvPr>
          <p:cNvSpPr/>
          <p:nvPr/>
        </p:nvSpPr>
        <p:spPr>
          <a:xfrm flipV="1">
            <a:off x="2903775" y="915482"/>
            <a:ext cx="848563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2" name="Shape 191">
            <a:extLst>
              <a:ext uri="{FF2B5EF4-FFF2-40B4-BE49-F238E27FC236}">
                <a16:creationId xmlns:a16="http://schemas.microsoft.com/office/drawing/2014/main" id="{52F5FFE3-D67C-4F07-B7A1-5D83EED569C7}"/>
              </a:ext>
            </a:extLst>
          </p:cNvPr>
          <p:cNvSpPr/>
          <p:nvPr/>
        </p:nvSpPr>
        <p:spPr>
          <a:xfrm flipV="1">
            <a:off x="5449465" y="915482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3" name="Shape 192">
            <a:extLst>
              <a:ext uri="{FF2B5EF4-FFF2-40B4-BE49-F238E27FC236}">
                <a16:creationId xmlns:a16="http://schemas.microsoft.com/office/drawing/2014/main" id="{034446F1-9568-4EF0-8CC1-44E06F3E0B4C}"/>
              </a:ext>
            </a:extLst>
          </p:cNvPr>
          <p:cNvSpPr/>
          <p:nvPr/>
        </p:nvSpPr>
        <p:spPr>
          <a:xfrm flipV="1">
            <a:off x="4600902" y="915482"/>
            <a:ext cx="848563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4" name="Shape 193">
            <a:extLst>
              <a:ext uri="{FF2B5EF4-FFF2-40B4-BE49-F238E27FC236}">
                <a16:creationId xmlns:a16="http://schemas.microsoft.com/office/drawing/2014/main" id="{C7C2EDA2-5057-4EFF-946C-030F15A0D172}"/>
              </a:ext>
            </a:extLst>
          </p:cNvPr>
          <p:cNvSpPr/>
          <p:nvPr/>
        </p:nvSpPr>
        <p:spPr>
          <a:xfrm flipV="1">
            <a:off x="5449465" y="549721"/>
            <a:ext cx="0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5" name="Shape 194">
            <a:extLst>
              <a:ext uri="{FF2B5EF4-FFF2-40B4-BE49-F238E27FC236}">
                <a16:creationId xmlns:a16="http://schemas.microsoft.com/office/drawing/2014/main" id="{D4F70D21-CE02-4E00-BB1C-FD7BB8D5C719}"/>
              </a:ext>
            </a:extLst>
          </p:cNvPr>
          <p:cNvSpPr/>
          <p:nvPr/>
        </p:nvSpPr>
        <p:spPr>
          <a:xfrm flipV="1">
            <a:off x="3752338" y="549721"/>
            <a:ext cx="1697126" cy="277978"/>
          </a:xfrm>
          <a:prstGeom prst="line">
            <a:avLst/>
          </a:prstGeom>
          <a:noFill/>
          <a:ln w="1651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196" name="Shape 195">
            <a:extLst>
              <a:ext uri="{FF2B5EF4-FFF2-40B4-BE49-F238E27FC236}">
                <a16:creationId xmlns:a16="http://schemas.microsoft.com/office/drawing/2014/main" id="{45C341E3-6CB1-4EE1-BC0C-8D3F7AB2B7D4}"/>
              </a:ext>
            </a:extLst>
          </p:cNvPr>
          <p:cNvSpPr/>
          <p:nvPr/>
        </p:nvSpPr>
        <p:spPr>
          <a:xfrm>
            <a:off x="734819" y="155556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197" name="Shape 196">
            <a:extLst>
              <a:ext uri="{FF2B5EF4-FFF2-40B4-BE49-F238E27FC236}">
                <a16:creationId xmlns:a16="http://schemas.microsoft.com/office/drawing/2014/main" id="{F0329F12-9CA6-458F-AF5D-0F4C93A46275}"/>
              </a:ext>
            </a:extLst>
          </p:cNvPr>
          <p:cNvSpPr/>
          <p:nvPr/>
        </p:nvSpPr>
        <p:spPr>
          <a:xfrm>
            <a:off x="1159101" y="155556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198" name="Shape 197">
            <a:extLst>
              <a:ext uri="{FF2B5EF4-FFF2-40B4-BE49-F238E27FC236}">
                <a16:creationId xmlns:a16="http://schemas.microsoft.com/office/drawing/2014/main" id="{E78B4AFA-5ADE-4D31-B97D-1CD7108719E6}"/>
              </a:ext>
            </a:extLst>
          </p:cNvPr>
          <p:cNvSpPr/>
          <p:nvPr/>
        </p:nvSpPr>
        <p:spPr>
          <a:xfrm>
            <a:off x="1583381" y="155556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199" name="Shape 198">
            <a:extLst>
              <a:ext uri="{FF2B5EF4-FFF2-40B4-BE49-F238E27FC236}">
                <a16:creationId xmlns:a16="http://schemas.microsoft.com/office/drawing/2014/main" id="{54403E64-EA63-47C8-BBB5-AFBDB41DE7EA}"/>
              </a:ext>
            </a:extLst>
          </p:cNvPr>
          <p:cNvSpPr/>
          <p:nvPr/>
        </p:nvSpPr>
        <p:spPr>
          <a:xfrm>
            <a:off x="2007663" y="155556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00" name="Shape 199">
            <a:extLst>
              <a:ext uri="{FF2B5EF4-FFF2-40B4-BE49-F238E27FC236}">
                <a16:creationId xmlns:a16="http://schemas.microsoft.com/office/drawing/2014/main" id="{002A3A11-771E-4A5E-9FEF-1C5BBCCAB2BE}"/>
              </a:ext>
            </a:extLst>
          </p:cNvPr>
          <p:cNvSpPr/>
          <p:nvPr/>
        </p:nvSpPr>
        <p:spPr>
          <a:xfrm>
            <a:off x="2431944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1" name="Shape 200">
            <a:extLst>
              <a:ext uri="{FF2B5EF4-FFF2-40B4-BE49-F238E27FC236}">
                <a16:creationId xmlns:a16="http://schemas.microsoft.com/office/drawing/2014/main" id="{5BDD5C4A-E783-40BB-BCE1-C60E9BA51A78}"/>
              </a:ext>
            </a:extLst>
          </p:cNvPr>
          <p:cNvSpPr/>
          <p:nvPr/>
        </p:nvSpPr>
        <p:spPr>
          <a:xfrm>
            <a:off x="2856228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2" name="Shape 201">
            <a:extLst>
              <a:ext uri="{FF2B5EF4-FFF2-40B4-BE49-F238E27FC236}">
                <a16:creationId xmlns:a16="http://schemas.microsoft.com/office/drawing/2014/main" id="{0F050BCF-E1B7-46DC-A402-E31EFE8531D9}"/>
              </a:ext>
            </a:extLst>
          </p:cNvPr>
          <p:cNvSpPr/>
          <p:nvPr/>
        </p:nvSpPr>
        <p:spPr>
          <a:xfrm>
            <a:off x="3280508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3" name="Shape 202">
            <a:extLst>
              <a:ext uri="{FF2B5EF4-FFF2-40B4-BE49-F238E27FC236}">
                <a16:creationId xmlns:a16="http://schemas.microsoft.com/office/drawing/2014/main" id="{221D79C1-0224-49D6-A392-5494A094C59D}"/>
              </a:ext>
            </a:extLst>
          </p:cNvPr>
          <p:cNvSpPr/>
          <p:nvPr/>
        </p:nvSpPr>
        <p:spPr>
          <a:xfrm>
            <a:off x="3704790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4" name="Shape 203">
            <a:extLst>
              <a:ext uri="{FF2B5EF4-FFF2-40B4-BE49-F238E27FC236}">
                <a16:creationId xmlns:a16="http://schemas.microsoft.com/office/drawing/2014/main" id="{E26581F1-E830-4DB0-A242-53547D39DE2C}"/>
              </a:ext>
            </a:extLst>
          </p:cNvPr>
          <p:cNvSpPr/>
          <p:nvPr/>
        </p:nvSpPr>
        <p:spPr>
          <a:xfrm>
            <a:off x="4129072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5" name="Shape 204">
            <a:extLst>
              <a:ext uri="{FF2B5EF4-FFF2-40B4-BE49-F238E27FC236}">
                <a16:creationId xmlns:a16="http://schemas.microsoft.com/office/drawing/2014/main" id="{A0429F93-FD16-4898-B574-CD28038B6C0A}"/>
              </a:ext>
            </a:extLst>
          </p:cNvPr>
          <p:cNvSpPr/>
          <p:nvPr/>
        </p:nvSpPr>
        <p:spPr>
          <a:xfrm>
            <a:off x="4553355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6" name="Shape 205">
            <a:extLst>
              <a:ext uri="{FF2B5EF4-FFF2-40B4-BE49-F238E27FC236}">
                <a16:creationId xmlns:a16="http://schemas.microsoft.com/office/drawing/2014/main" id="{DE0306B4-7127-434E-A3A2-EBB8CB759951}"/>
              </a:ext>
            </a:extLst>
          </p:cNvPr>
          <p:cNvSpPr/>
          <p:nvPr/>
        </p:nvSpPr>
        <p:spPr>
          <a:xfrm>
            <a:off x="4977636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7" name="Shape 206">
            <a:extLst>
              <a:ext uri="{FF2B5EF4-FFF2-40B4-BE49-F238E27FC236}">
                <a16:creationId xmlns:a16="http://schemas.microsoft.com/office/drawing/2014/main" id="{83F856CC-8E65-480A-A0CE-D03135D2AA25}"/>
              </a:ext>
            </a:extLst>
          </p:cNvPr>
          <p:cNvSpPr/>
          <p:nvPr/>
        </p:nvSpPr>
        <p:spPr>
          <a:xfrm>
            <a:off x="5401917" y="155556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08" name="Shape 207">
            <a:extLst>
              <a:ext uri="{FF2B5EF4-FFF2-40B4-BE49-F238E27FC236}">
                <a16:creationId xmlns:a16="http://schemas.microsoft.com/office/drawing/2014/main" id="{A0028C76-B748-4489-9C1A-A7B8B4120E6E}"/>
              </a:ext>
            </a:extLst>
          </p:cNvPr>
          <p:cNvSpPr/>
          <p:nvPr/>
        </p:nvSpPr>
        <p:spPr>
          <a:xfrm>
            <a:off x="734819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09" name="Shape 208">
            <a:extLst>
              <a:ext uri="{FF2B5EF4-FFF2-40B4-BE49-F238E27FC236}">
                <a16:creationId xmlns:a16="http://schemas.microsoft.com/office/drawing/2014/main" id="{1AB1072A-C57C-46DB-B3A8-04321E5292BE}"/>
              </a:ext>
            </a:extLst>
          </p:cNvPr>
          <p:cNvSpPr/>
          <p:nvPr/>
        </p:nvSpPr>
        <p:spPr>
          <a:xfrm>
            <a:off x="1159101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0" name="Shape 209">
            <a:extLst>
              <a:ext uri="{FF2B5EF4-FFF2-40B4-BE49-F238E27FC236}">
                <a16:creationId xmlns:a16="http://schemas.microsoft.com/office/drawing/2014/main" id="{1B726D01-1959-4C3A-A18D-DCD75422E9DB}"/>
              </a:ext>
            </a:extLst>
          </p:cNvPr>
          <p:cNvSpPr/>
          <p:nvPr/>
        </p:nvSpPr>
        <p:spPr>
          <a:xfrm>
            <a:off x="1583381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1" name="Shape 210">
            <a:extLst>
              <a:ext uri="{FF2B5EF4-FFF2-40B4-BE49-F238E27FC236}">
                <a16:creationId xmlns:a16="http://schemas.microsoft.com/office/drawing/2014/main" id="{FB2F30F6-04B8-416A-8A11-6D41A0F6E7A1}"/>
              </a:ext>
            </a:extLst>
          </p:cNvPr>
          <p:cNvSpPr/>
          <p:nvPr/>
        </p:nvSpPr>
        <p:spPr>
          <a:xfrm>
            <a:off x="2007663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2" name="Shape 211">
            <a:extLst>
              <a:ext uri="{FF2B5EF4-FFF2-40B4-BE49-F238E27FC236}">
                <a16:creationId xmlns:a16="http://schemas.microsoft.com/office/drawing/2014/main" id="{EA575030-1E5A-454C-956A-8509E0B24641}"/>
              </a:ext>
            </a:extLst>
          </p:cNvPr>
          <p:cNvSpPr/>
          <p:nvPr/>
        </p:nvSpPr>
        <p:spPr>
          <a:xfrm>
            <a:off x="2431944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3" name="Shape 212">
            <a:extLst>
              <a:ext uri="{FF2B5EF4-FFF2-40B4-BE49-F238E27FC236}">
                <a16:creationId xmlns:a16="http://schemas.microsoft.com/office/drawing/2014/main" id="{033C38E5-7DB0-4F57-8DC2-B0DD7074D188}"/>
              </a:ext>
            </a:extLst>
          </p:cNvPr>
          <p:cNvSpPr/>
          <p:nvPr/>
        </p:nvSpPr>
        <p:spPr>
          <a:xfrm>
            <a:off x="2856228" y="1189803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14" name="Shape 213">
            <a:extLst>
              <a:ext uri="{FF2B5EF4-FFF2-40B4-BE49-F238E27FC236}">
                <a16:creationId xmlns:a16="http://schemas.microsoft.com/office/drawing/2014/main" id="{53EF7754-F100-49F2-A850-2698FFC82A47}"/>
              </a:ext>
            </a:extLst>
          </p:cNvPr>
          <p:cNvSpPr/>
          <p:nvPr/>
        </p:nvSpPr>
        <p:spPr>
          <a:xfrm>
            <a:off x="3280508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5" name="Shape 214">
            <a:extLst>
              <a:ext uri="{FF2B5EF4-FFF2-40B4-BE49-F238E27FC236}">
                <a16:creationId xmlns:a16="http://schemas.microsoft.com/office/drawing/2014/main" id="{49A4B557-1597-47BF-A040-575789218BD0}"/>
              </a:ext>
            </a:extLst>
          </p:cNvPr>
          <p:cNvSpPr/>
          <p:nvPr/>
        </p:nvSpPr>
        <p:spPr>
          <a:xfrm>
            <a:off x="3704790" y="1189803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16" name="Shape 215">
            <a:extLst>
              <a:ext uri="{FF2B5EF4-FFF2-40B4-BE49-F238E27FC236}">
                <a16:creationId xmlns:a16="http://schemas.microsoft.com/office/drawing/2014/main" id="{DE9425D0-4EAF-41C0-9C61-6CE9578FD3A5}"/>
              </a:ext>
            </a:extLst>
          </p:cNvPr>
          <p:cNvSpPr/>
          <p:nvPr/>
        </p:nvSpPr>
        <p:spPr>
          <a:xfrm>
            <a:off x="4129072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7" name="Shape 216">
            <a:extLst>
              <a:ext uri="{FF2B5EF4-FFF2-40B4-BE49-F238E27FC236}">
                <a16:creationId xmlns:a16="http://schemas.microsoft.com/office/drawing/2014/main" id="{98020494-A0D8-4F7A-98B6-247229C66732}"/>
              </a:ext>
            </a:extLst>
          </p:cNvPr>
          <p:cNvSpPr/>
          <p:nvPr/>
        </p:nvSpPr>
        <p:spPr>
          <a:xfrm>
            <a:off x="4553355" y="1189803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18" name="Shape 217">
            <a:extLst>
              <a:ext uri="{FF2B5EF4-FFF2-40B4-BE49-F238E27FC236}">
                <a16:creationId xmlns:a16="http://schemas.microsoft.com/office/drawing/2014/main" id="{32DEB633-A214-4EF4-9153-829C593F0E9E}"/>
              </a:ext>
            </a:extLst>
          </p:cNvPr>
          <p:cNvSpPr/>
          <p:nvPr/>
        </p:nvSpPr>
        <p:spPr>
          <a:xfrm>
            <a:off x="4977636" y="118980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19" name="Shape 218">
            <a:extLst>
              <a:ext uri="{FF2B5EF4-FFF2-40B4-BE49-F238E27FC236}">
                <a16:creationId xmlns:a16="http://schemas.microsoft.com/office/drawing/2014/main" id="{291617B6-33D2-4CF5-83BD-692B82800D24}"/>
              </a:ext>
            </a:extLst>
          </p:cNvPr>
          <p:cNvSpPr/>
          <p:nvPr/>
        </p:nvSpPr>
        <p:spPr>
          <a:xfrm>
            <a:off x="5401917" y="1189803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20" name="Shape 219">
            <a:extLst>
              <a:ext uri="{FF2B5EF4-FFF2-40B4-BE49-F238E27FC236}">
                <a16:creationId xmlns:a16="http://schemas.microsoft.com/office/drawing/2014/main" id="{E8535A2A-6790-4C8F-8A14-11606757150E}"/>
              </a:ext>
            </a:extLst>
          </p:cNvPr>
          <p:cNvSpPr/>
          <p:nvPr/>
        </p:nvSpPr>
        <p:spPr>
          <a:xfrm>
            <a:off x="734819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1" name="Shape 220">
            <a:extLst>
              <a:ext uri="{FF2B5EF4-FFF2-40B4-BE49-F238E27FC236}">
                <a16:creationId xmlns:a16="http://schemas.microsoft.com/office/drawing/2014/main" id="{5EF2569B-FF37-4C9D-A3AF-E100E3830D2B}"/>
              </a:ext>
            </a:extLst>
          </p:cNvPr>
          <p:cNvSpPr/>
          <p:nvPr/>
        </p:nvSpPr>
        <p:spPr>
          <a:xfrm>
            <a:off x="1159101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2" name="Shape 221">
            <a:extLst>
              <a:ext uri="{FF2B5EF4-FFF2-40B4-BE49-F238E27FC236}">
                <a16:creationId xmlns:a16="http://schemas.microsoft.com/office/drawing/2014/main" id="{C9292794-FAD8-4208-BC5F-050011A64B3E}"/>
              </a:ext>
            </a:extLst>
          </p:cNvPr>
          <p:cNvSpPr/>
          <p:nvPr/>
        </p:nvSpPr>
        <p:spPr>
          <a:xfrm>
            <a:off x="1583381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3" name="Shape 222">
            <a:extLst>
              <a:ext uri="{FF2B5EF4-FFF2-40B4-BE49-F238E27FC236}">
                <a16:creationId xmlns:a16="http://schemas.microsoft.com/office/drawing/2014/main" id="{B14B48CC-7176-4595-B923-FD3AD1EA5910}"/>
              </a:ext>
            </a:extLst>
          </p:cNvPr>
          <p:cNvSpPr/>
          <p:nvPr/>
        </p:nvSpPr>
        <p:spPr>
          <a:xfrm>
            <a:off x="2007663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4" name="Shape 223">
            <a:extLst>
              <a:ext uri="{FF2B5EF4-FFF2-40B4-BE49-F238E27FC236}">
                <a16:creationId xmlns:a16="http://schemas.microsoft.com/office/drawing/2014/main" id="{0AC69328-1DF8-4031-BE9E-180E9FD6314F}"/>
              </a:ext>
            </a:extLst>
          </p:cNvPr>
          <p:cNvSpPr/>
          <p:nvPr/>
        </p:nvSpPr>
        <p:spPr>
          <a:xfrm>
            <a:off x="2431944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5" name="Shape 224">
            <a:extLst>
              <a:ext uri="{FF2B5EF4-FFF2-40B4-BE49-F238E27FC236}">
                <a16:creationId xmlns:a16="http://schemas.microsoft.com/office/drawing/2014/main" id="{B131DC95-16AF-4A1E-9059-5FD1428DD80A}"/>
              </a:ext>
            </a:extLst>
          </p:cNvPr>
          <p:cNvSpPr/>
          <p:nvPr/>
        </p:nvSpPr>
        <p:spPr>
          <a:xfrm>
            <a:off x="2856228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6" name="Shape 225">
            <a:extLst>
              <a:ext uri="{FF2B5EF4-FFF2-40B4-BE49-F238E27FC236}">
                <a16:creationId xmlns:a16="http://schemas.microsoft.com/office/drawing/2014/main" id="{2FC9F676-8B67-4973-9D61-D961ECB84BB6}"/>
              </a:ext>
            </a:extLst>
          </p:cNvPr>
          <p:cNvSpPr/>
          <p:nvPr/>
        </p:nvSpPr>
        <p:spPr>
          <a:xfrm>
            <a:off x="3280508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7" name="Shape 226">
            <a:extLst>
              <a:ext uri="{FF2B5EF4-FFF2-40B4-BE49-F238E27FC236}">
                <a16:creationId xmlns:a16="http://schemas.microsoft.com/office/drawing/2014/main" id="{1552CB3C-3440-48AB-A700-B6E4BFC92400}"/>
              </a:ext>
            </a:extLst>
          </p:cNvPr>
          <p:cNvSpPr/>
          <p:nvPr/>
        </p:nvSpPr>
        <p:spPr>
          <a:xfrm>
            <a:off x="3704790" y="82404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28" name="Shape 227">
            <a:extLst>
              <a:ext uri="{FF2B5EF4-FFF2-40B4-BE49-F238E27FC236}">
                <a16:creationId xmlns:a16="http://schemas.microsoft.com/office/drawing/2014/main" id="{81F79DF9-3C20-49B3-9C05-99754A98A7FA}"/>
              </a:ext>
            </a:extLst>
          </p:cNvPr>
          <p:cNvSpPr/>
          <p:nvPr/>
        </p:nvSpPr>
        <p:spPr>
          <a:xfrm>
            <a:off x="4129072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29" name="Shape 228">
            <a:extLst>
              <a:ext uri="{FF2B5EF4-FFF2-40B4-BE49-F238E27FC236}">
                <a16:creationId xmlns:a16="http://schemas.microsoft.com/office/drawing/2014/main" id="{75490AA8-C31D-4F92-9535-9DF33307A549}"/>
              </a:ext>
            </a:extLst>
          </p:cNvPr>
          <p:cNvSpPr/>
          <p:nvPr/>
        </p:nvSpPr>
        <p:spPr>
          <a:xfrm>
            <a:off x="4553355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0" name="Shape 229">
            <a:extLst>
              <a:ext uri="{FF2B5EF4-FFF2-40B4-BE49-F238E27FC236}">
                <a16:creationId xmlns:a16="http://schemas.microsoft.com/office/drawing/2014/main" id="{65427F1E-7F7C-46B6-9C8B-8A9249169301}"/>
              </a:ext>
            </a:extLst>
          </p:cNvPr>
          <p:cNvSpPr/>
          <p:nvPr/>
        </p:nvSpPr>
        <p:spPr>
          <a:xfrm>
            <a:off x="4977636" y="824044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1" name="Shape 230">
            <a:extLst>
              <a:ext uri="{FF2B5EF4-FFF2-40B4-BE49-F238E27FC236}">
                <a16:creationId xmlns:a16="http://schemas.microsoft.com/office/drawing/2014/main" id="{6754616D-5E13-47F8-8A68-193369531849}"/>
              </a:ext>
            </a:extLst>
          </p:cNvPr>
          <p:cNvSpPr/>
          <p:nvPr/>
        </p:nvSpPr>
        <p:spPr>
          <a:xfrm>
            <a:off x="5401917" y="824044"/>
            <a:ext cx="95098" cy="95098"/>
          </a:xfrm>
          <a:prstGeom prst="ellipse">
            <a:avLst/>
          </a:prstGeom>
          <a:solidFill>
            <a:srgbClr val="F8FEFC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32" name="Shape 231">
            <a:extLst>
              <a:ext uri="{FF2B5EF4-FFF2-40B4-BE49-F238E27FC236}">
                <a16:creationId xmlns:a16="http://schemas.microsoft.com/office/drawing/2014/main" id="{0C55FBA2-EB06-4E62-99CA-6584EC2D7DF6}"/>
              </a:ext>
            </a:extLst>
          </p:cNvPr>
          <p:cNvSpPr/>
          <p:nvPr/>
        </p:nvSpPr>
        <p:spPr>
          <a:xfrm>
            <a:off x="734819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3" name="Shape 232">
            <a:extLst>
              <a:ext uri="{FF2B5EF4-FFF2-40B4-BE49-F238E27FC236}">
                <a16:creationId xmlns:a16="http://schemas.microsoft.com/office/drawing/2014/main" id="{B05A1B26-1233-4E69-AEA0-0D76DAA836F1}"/>
              </a:ext>
            </a:extLst>
          </p:cNvPr>
          <p:cNvSpPr/>
          <p:nvPr/>
        </p:nvSpPr>
        <p:spPr>
          <a:xfrm>
            <a:off x="1159101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4" name="Shape 233">
            <a:extLst>
              <a:ext uri="{FF2B5EF4-FFF2-40B4-BE49-F238E27FC236}">
                <a16:creationId xmlns:a16="http://schemas.microsoft.com/office/drawing/2014/main" id="{399F780E-515F-42D0-9B84-0BC8E08C758B}"/>
              </a:ext>
            </a:extLst>
          </p:cNvPr>
          <p:cNvSpPr/>
          <p:nvPr/>
        </p:nvSpPr>
        <p:spPr>
          <a:xfrm>
            <a:off x="1583381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5" name="Shape 234">
            <a:extLst>
              <a:ext uri="{FF2B5EF4-FFF2-40B4-BE49-F238E27FC236}">
                <a16:creationId xmlns:a16="http://schemas.microsoft.com/office/drawing/2014/main" id="{964EF1C4-9353-41D2-9580-B196FF3D3E76}"/>
              </a:ext>
            </a:extLst>
          </p:cNvPr>
          <p:cNvSpPr/>
          <p:nvPr/>
        </p:nvSpPr>
        <p:spPr>
          <a:xfrm>
            <a:off x="2007663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6" name="Shape 235">
            <a:extLst>
              <a:ext uri="{FF2B5EF4-FFF2-40B4-BE49-F238E27FC236}">
                <a16:creationId xmlns:a16="http://schemas.microsoft.com/office/drawing/2014/main" id="{80C03165-ACEC-4CFD-8609-82E6E409CC55}"/>
              </a:ext>
            </a:extLst>
          </p:cNvPr>
          <p:cNvSpPr/>
          <p:nvPr/>
        </p:nvSpPr>
        <p:spPr>
          <a:xfrm>
            <a:off x="2431944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7" name="Shape 236">
            <a:extLst>
              <a:ext uri="{FF2B5EF4-FFF2-40B4-BE49-F238E27FC236}">
                <a16:creationId xmlns:a16="http://schemas.microsoft.com/office/drawing/2014/main" id="{FDFE54B0-3A63-41A9-9DBB-2DCF4763DE83}"/>
              </a:ext>
            </a:extLst>
          </p:cNvPr>
          <p:cNvSpPr/>
          <p:nvPr/>
        </p:nvSpPr>
        <p:spPr>
          <a:xfrm>
            <a:off x="2856228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8" name="Shape 237">
            <a:extLst>
              <a:ext uri="{FF2B5EF4-FFF2-40B4-BE49-F238E27FC236}">
                <a16:creationId xmlns:a16="http://schemas.microsoft.com/office/drawing/2014/main" id="{8B9DD044-9941-4525-BC69-B6D03A043DCC}"/>
              </a:ext>
            </a:extLst>
          </p:cNvPr>
          <p:cNvSpPr/>
          <p:nvPr/>
        </p:nvSpPr>
        <p:spPr>
          <a:xfrm>
            <a:off x="3280508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39" name="Shape 238">
            <a:extLst>
              <a:ext uri="{FF2B5EF4-FFF2-40B4-BE49-F238E27FC236}">
                <a16:creationId xmlns:a16="http://schemas.microsoft.com/office/drawing/2014/main" id="{9E07E557-12DA-4042-B4AF-DE8ED92483D6}"/>
              </a:ext>
            </a:extLst>
          </p:cNvPr>
          <p:cNvSpPr/>
          <p:nvPr/>
        </p:nvSpPr>
        <p:spPr>
          <a:xfrm>
            <a:off x="3704790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40" name="Shape 239">
            <a:extLst>
              <a:ext uri="{FF2B5EF4-FFF2-40B4-BE49-F238E27FC236}">
                <a16:creationId xmlns:a16="http://schemas.microsoft.com/office/drawing/2014/main" id="{38906731-5122-4556-B72F-49D44D830342}"/>
              </a:ext>
            </a:extLst>
          </p:cNvPr>
          <p:cNvSpPr/>
          <p:nvPr/>
        </p:nvSpPr>
        <p:spPr>
          <a:xfrm>
            <a:off x="4129072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41" name="Shape 240">
            <a:extLst>
              <a:ext uri="{FF2B5EF4-FFF2-40B4-BE49-F238E27FC236}">
                <a16:creationId xmlns:a16="http://schemas.microsoft.com/office/drawing/2014/main" id="{CDE8CC4D-D306-42F3-AE4F-64C963F013CA}"/>
              </a:ext>
            </a:extLst>
          </p:cNvPr>
          <p:cNvSpPr/>
          <p:nvPr/>
        </p:nvSpPr>
        <p:spPr>
          <a:xfrm>
            <a:off x="4553355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42" name="Shape 241">
            <a:extLst>
              <a:ext uri="{FF2B5EF4-FFF2-40B4-BE49-F238E27FC236}">
                <a16:creationId xmlns:a16="http://schemas.microsoft.com/office/drawing/2014/main" id="{9AC9A738-B3F7-4CE4-8496-A7007E06EF03}"/>
              </a:ext>
            </a:extLst>
          </p:cNvPr>
          <p:cNvSpPr/>
          <p:nvPr/>
        </p:nvSpPr>
        <p:spPr>
          <a:xfrm>
            <a:off x="4977636" y="458283"/>
            <a:ext cx="95098" cy="9509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BBBBBB"/>
            </a:solidFill>
            <a:prstDash val="solid"/>
          </a:ln>
        </p:spPr>
      </p:sp>
      <p:sp>
        <p:nvSpPr>
          <p:cNvPr id="243" name="Shape 242">
            <a:extLst>
              <a:ext uri="{FF2B5EF4-FFF2-40B4-BE49-F238E27FC236}">
                <a16:creationId xmlns:a16="http://schemas.microsoft.com/office/drawing/2014/main" id="{BE96CBA8-8CEC-4446-8714-61361B0CC345}"/>
              </a:ext>
            </a:extLst>
          </p:cNvPr>
          <p:cNvSpPr/>
          <p:nvPr/>
        </p:nvSpPr>
        <p:spPr>
          <a:xfrm>
            <a:off x="5401917" y="458283"/>
            <a:ext cx="95098" cy="95098"/>
          </a:xfrm>
          <a:prstGeom prst="ellipse">
            <a:avLst/>
          </a:prstGeom>
          <a:solidFill>
            <a:srgbClr val="0D7B51"/>
          </a:solidFill>
          <a:ln w="15875">
            <a:solidFill>
              <a:srgbClr val="0D7B51"/>
            </a:solidFill>
            <a:prstDash val="solid"/>
          </a:ln>
        </p:spPr>
      </p:sp>
      <p:sp>
        <p:nvSpPr>
          <p:cNvPr id="248" name="Shape 247">
            <a:extLst>
              <a:ext uri="{FF2B5EF4-FFF2-40B4-BE49-F238E27FC236}">
                <a16:creationId xmlns:a16="http://schemas.microsoft.com/office/drawing/2014/main" id="{22350D99-F42B-4D1B-9392-16EA58947867}"/>
              </a:ext>
            </a:extLst>
          </p:cNvPr>
          <p:cNvSpPr/>
          <p:nvPr/>
        </p:nvSpPr>
        <p:spPr>
          <a:xfrm>
            <a:off x="5515304" y="505831"/>
            <a:ext cx="223509" cy="0"/>
          </a:xfrm>
          <a:prstGeom prst="line">
            <a:avLst/>
          </a:prstGeom>
          <a:noFill/>
          <a:ln w="19050">
            <a:solidFill>
              <a:srgbClr val="0D7B51"/>
            </a:solidFill>
            <a:prstDash val="solid"/>
            <a:tailEnd type="triangle"/>
          </a:ln>
        </p:spPr>
      </p:sp>
      <p:sp>
        <p:nvSpPr>
          <p:cNvPr id="250" name="Shape 249">
            <a:extLst>
              <a:ext uri="{FF2B5EF4-FFF2-40B4-BE49-F238E27FC236}">
                <a16:creationId xmlns:a16="http://schemas.microsoft.com/office/drawing/2014/main" id="{28DACD29-92C7-4568-BA14-BDC086CEF53B}"/>
              </a:ext>
            </a:extLst>
          </p:cNvPr>
          <p:cNvSpPr/>
          <p:nvPr/>
        </p:nvSpPr>
        <p:spPr>
          <a:xfrm>
            <a:off x="2324100" y="1753070"/>
            <a:ext cx="3176571" cy="0"/>
          </a:xfrm>
          <a:prstGeom prst="line">
            <a:avLst/>
          </a:prstGeom>
          <a:noFill/>
          <a:ln w="15240">
            <a:solidFill>
              <a:srgbClr val="0D7B51"/>
            </a:solidFill>
            <a:prstDash val="solid"/>
            <a:tailEnd type="none"/>
          </a:ln>
        </p:spPr>
      </p:sp>
      <p:sp>
        <p:nvSpPr>
          <p:cNvPr id="251" name="Shape 250">
            <a:extLst>
              <a:ext uri="{FF2B5EF4-FFF2-40B4-BE49-F238E27FC236}">
                <a16:creationId xmlns:a16="http://schemas.microsoft.com/office/drawing/2014/main" id="{3F491A06-6BDE-4369-BE47-28EDA1A76735}"/>
              </a:ext>
            </a:extLst>
          </p:cNvPr>
          <p:cNvSpPr/>
          <p:nvPr/>
        </p:nvSpPr>
        <p:spPr>
          <a:xfrm flipV="1">
            <a:off x="2324100" y="1690892"/>
            <a:ext cx="0" cy="68400"/>
          </a:xfrm>
          <a:prstGeom prst="line">
            <a:avLst/>
          </a:prstGeom>
          <a:noFill/>
          <a:ln w="15240">
            <a:solidFill>
              <a:srgbClr val="0D7B51"/>
            </a:solidFill>
            <a:prstDash val="solid"/>
            <a:tailEnd type="none"/>
          </a:ln>
        </p:spPr>
      </p:sp>
      <p:sp>
        <p:nvSpPr>
          <p:cNvPr id="252" name="Shape 251">
            <a:extLst>
              <a:ext uri="{FF2B5EF4-FFF2-40B4-BE49-F238E27FC236}">
                <a16:creationId xmlns:a16="http://schemas.microsoft.com/office/drawing/2014/main" id="{02E7E530-E912-4D54-9A2D-4BBABFA9A9AA}"/>
              </a:ext>
            </a:extLst>
          </p:cNvPr>
          <p:cNvSpPr/>
          <p:nvPr/>
        </p:nvSpPr>
        <p:spPr>
          <a:xfrm flipV="1">
            <a:off x="5500671" y="1690892"/>
            <a:ext cx="0" cy="68400"/>
          </a:xfrm>
          <a:prstGeom prst="line">
            <a:avLst/>
          </a:prstGeom>
          <a:noFill/>
          <a:ln w="15240">
            <a:solidFill>
              <a:srgbClr val="0D7B51"/>
            </a:solidFill>
            <a:prstDash val="solid"/>
            <a:tailEnd type="none"/>
          </a:ln>
        </p:spPr>
      </p:sp>
      <p:sp>
        <p:nvSpPr>
          <p:cNvPr id="253" name="Text 252">
            <a:extLst>
              <a:ext uri="{FF2B5EF4-FFF2-40B4-BE49-F238E27FC236}">
                <a16:creationId xmlns:a16="http://schemas.microsoft.com/office/drawing/2014/main" id="{1A1AA8DC-8518-406A-AE47-0E31F18562A3}"/>
              </a:ext>
            </a:extLst>
          </p:cNvPr>
          <p:cNvSpPr/>
          <p:nvPr/>
        </p:nvSpPr>
        <p:spPr>
          <a:xfrm>
            <a:off x="3353657" y="1778675"/>
            <a:ext cx="1288709" cy="131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0D7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campo receptivo: 8 passos</a:t>
            </a:r>
            <a:endParaRPr lang="en-US" sz="800" dirty="0">
              <a:solidFill>
                <a:srgbClr val="0D7B51"/>
              </a:solidFill>
            </a:endParaRPr>
          </a:p>
        </p:txBody>
      </p:sp>
      <p:sp>
        <p:nvSpPr>
          <p:cNvPr id="261" name="Text 118">
            <a:extLst>
              <a:ext uri="{FF2B5EF4-FFF2-40B4-BE49-F238E27FC236}">
                <a16:creationId xmlns:a16="http://schemas.microsoft.com/office/drawing/2014/main" id="{68B59BF7-6946-4DF0-B2CE-FEBA349E4728}"/>
              </a:ext>
            </a:extLst>
          </p:cNvPr>
          <p:cNvSpPr/>
          <p:nvPr/>
        </p:nvSpPr>
        <p:spPr>
          <a:xfrm>
            <a:off x="0" y="458283"/>
            <a:ext cx="718171" cy="95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3 (d=4)</a:t>
            </a:r>
            <a:endParaRPr lang="en-US" sz="800" dirty="0"/>
          </a:p>
        </p:txBody>
      </p:sp>
      <p:sp>
        <p:nvSpPr>
          <p:cNvPr id="262" name="Text 119">
            <a:extLst>
              <a:ext uri="{FF2B5EF4-FFF2-40B4-BE49-F238E27FC236}">
                <a16:creationId xmlns:a16="http://schemas.microsoft.com/office/drawing/2014/main" id="{446566A3-3B04-4FA2-84AC-DE9E6CAEF767}"/>
              </a:ext>
            </a:extLst>
          </p:cNvPr>
          <p:cNvSpPr/>
          <p:nvPr/>
        </p:nvSpPr>
        <p:spPr>
          <a:xfrm>
            <a:off x="3396" y="827706"/>
            <a:ext cx="718171" cy="89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2 (d=2)</a:t>
            </a:r>
            <a:endParaRPr lang="en-US" sz="800" dirty="0"/>
          </a:p>
        </p:txBody>
      </p:sp>
      <p:sp>
        <p:nvSpPr>
          <p:cNvPr id="263" name="Text 120">
            <a:extLst>
              <a:ext uri="{FF2B5EF4-FFF2-40B4-BE49-F238E27FC236}">
                <a16:creationId xmlns:a16="http://schemas.microsoft.com/office/drawing/2014/main" id="{AE10FE08-B250-4ED8-98A5-D8E9ABE1D5D5}"/>
              </a:ext>
            </a:extLst>
          </p:cNvPr>
          <p:cNvSpPr/>
          <p:nvPr/>
        </p:nvSpPr>
        <p:spPr>
          <a:xfrm>
            <a:off x="3395" y="1188341"/>
            <a:ext cx="718171" cy="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1 (d=1)</a:t>
            </a:r>
            <a:endParaRPr lang="en-US" sz="800" dirty="0"/>
          </a:p>
        </p:txBody>
      </p:sp>
      <p:sp>
        <p:nvSpPr>
          <p:cNvPr id="264" name="Text 121">
            <a:extLst>
              <a:ext uri="{FF2B5EF4-FFF2-40B4-BE49-F238E27FC236}">
                <a16:creationId xmlns:a16="http://schemas.microsoft.com/office/drawing/2014/main" id="{FF6C418E-FBBC-458F-91A4-485F414B2B01}"/>
              </a:ext>
            </a:extLst>
          </p:cNvPr>
          <p:cNvSpPr/>
          <p:nvPr/>
        </p:nvSpPr>
        <p:spPr>
          <a:xfrm>
            <a:off x="248178" y="1559219"/>
            <a:ext cx="455279" cy="91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</a:t>
            </a:r>
            <a:r>
              <a:rPr lang="en-US" sz="8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6" name="Text 121">
                <a:extLst>
                  <a:ext uri="{FF2B5EF4-FFF2-40B4-BE49-F238E27FC236}">
                    <a16:creationId xmlns:a16="http://schemas.microsoft.com/office/drawing/2014/main" id="{44E4674E-AD7B-4556-8557-9C43A425A0C9}"/>
                  </a:ext>
                </a:extLst>
              </p:cNvPr>
              <p:cNvSpPr/>
              <p:nvPr/>
            </p:nvSpPr>
            <p:spPr>
              <a:xfrm>
                <a:off x="5559631" y="369129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𝑦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66" name="Text 121">
                <a:extLst>
                  <a:ext uri="{FF2B5EF4-FFF2-40B4-BE49-F238E27FC236}">
                    <a16:creationId xmlns:a16="http://schemas.microsoft.com/office/drawing/2014/main" id="{44E4674E-AD7B-4556-8557-9C43A425A0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631" y="369129"/>
                <a:ext cx="134854" cy="89154"/>
              </a:xfrm>
              <a:prstGeom prst="rect">
                <a:avLst/>
              </a:prstGeom>
              <a:blipFill>
                <a:blip r:embed="rId2"/>
                <a:stretch>
                  <a:fillRect l="-22727" b="-64286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Text 121">
                <a:extLst>
                  <a:ext uri="{FF2B5EF4-FFF2-40B4-BE49-F238E27FC236}">
                    <a16:creationId xmlns:a16="http://schemas.microsoft.com/office/drawing/2014/main" id="{0CBDDFE1-4B5D-4018-ADE8-397E97605C2A}"/>
                  </a:ext>
                </a:extLst>
              </p:cNvPr>
              <p:cNvSpPr/>
              <p:nvPr/>
            </p:nvSpPr>
            <p:spPr>
              <a:xfrm>
                <a:off x="5356628" y="1620657"/>
                <a:ext cx="112005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68" name="Text 121">
                <a:extLst>
                  <a:ext uri="{FF2B5EF4-FFF2-40B4-BE49-F238E27FC236}">
                    <a16:creationId xmlns:a16="http://schemas.microsoft.com/office/drawing/2014/main" id="{0CBDDFE1-4B5D-4018-ADE8-397E97605C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628" y="1620657"/>
                <a:ext cx="112005" cy="89154"/>
              </a:xfrm>
              <a:prstGeom prst="rect">
                <a:avLst/>
              </a:prstGeom>
              <a:blipFill>
                <a:blip r:embed="rId3"/>
                <a:stretch>
                  <a:fillRect l="-27778" b="-50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Text 121">
                <a:extLst>
                  <a:ext uri="{FF2B5EF4-FFF2-40B4-BE49-F238E27FC236}">
                    <a16:creationId xmlns:a16="http://schemas.microsoft.com/office/drawing/2014/main" id="{66AFFB17-A814-4FD6-B7EC-ED2E0FC17D3D}"/>
                  </a:ext>
                </a:extLst>
              </p:cNvPr>
              <p:cNvSpPr/>
              <p:nvPr/>
            </p:nvSpPr>
            <p:spPr>
              <a:xfrm>
                <a:off x="4937880" y="1614179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69" name="Text 121">
                <a:extLst>
                  <a:ext uri="{FF2B5EF4-FFF2-40B4-BE49-F238E27FC236}">
                    <a16:creationId xmlns:a16="http://schemas.microsoft.com/office/drawing/2014/main" id="{66AFFB17-A814-4FD6-B7EC-ED2E0FC17D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880" y="1614179"/>
                <a:ext cx="134854" cy="89154"/>
              </a:xfrm>
              <a:prstGeom prst="rect">
                <a:avLst/>
              </a:prstGeom>
              <a:blipFill>
                <a:blip r:embed="rId4"/>
                <a:stretch>
                  <a:fillRect l="-50000" r="-27273" b="-5714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 121">
                <a:extLst>
                  <a:ext uri="{FF2B5EF4-FFF2-40B4-BE49-F238E27FC236}">
                    <a16:creationId xmlns:a16="http://schemas.microsoft.com/office/drawing/2014/main" id="{3A2739C5-C518-4BC2-B6E3-99C23485B6A9}"/>
                  </a:ext>
                </a:extLst>
              </p:cNvPr>
              <p:cNvSpPr/>
              <p:nvPr/>
            </p:nvSpPr>
            <p:spPr>
              <a:xfrm>
                <a:off x="4519132" y="1614179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70" name="Text 121">
                <a:extLst>
                  <a:ext uri="{FF2B5EF4-FFF2-40B4-BE49-F238E27FC236}">
                    <a16:creationId xmlns:a16="http://schemas.microsoft.com/office/drawing/2014/main" id="{3A2739C5-C518-4BC2-B6E3-99C23485B6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132" y="1614179"/>
                <a:ext cx="134854" cy="89154"/>
              </a:xfrm>
              <a:prstGeom prst="rect">
                <a:avLst/>
              </a:prstGeom>
              <a:blipFill>
                <a:blip r:embed="rId5"/>
                <a:stretch>
                  <a:fillRect l="-45455" r="-31818" b="-5714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1" name="Text 121">
                <a:extLst>
                  <a:ext uri="{FF2B5EF4-FFF2-40B4-BE49-F238E27FC236}">
                    <a16:creationId xmlns:a16="http://schemas.microsoft.com/office/drawing/2014/main" id="{4A86CC98-3086-4B95-A499-724D64A0ABA9}"/>
                  </a:ext>
                </a:extLst>
              </p:cNvPr>
              <p:cNvSpPr/>
              <p:nvPr/>
            </p:nvSpPr>
            <p:spPr>
              <a:xfrm>
                <a:off x="4100384" y="1614179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−3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71" name="Text 121">
                <a:extLst>
                  <a:ext uri="{FF2B5EF4-FFF2-40B4-BE49-F238E27FC236}">
                    <a16:creationId xmlns:a16="http://schemas.microsoft.com/office/drawing/2014/main" id="{4A86CC98-3086-4B95-A499-724D64A0AB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384" y="1614179"/>
                <a:ext cx="134854" cy="89154"/>
              </a:xfrm>
              <a:prstGeom prst="rect">
                <a:avLst/>
              </a:prstGeom>
              <a:blipFill>
                <a:blip r:embed="rId6"/>
                <a:stretch>
                  <a:fillRect l="-50000" r="-27273" b="-57143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2" name="Text 121">
                <a:extLst>
                  <a:ext uri="{FF2B5EF4-FFF2-40B4-BE49-F238E27FC236}">
                    <a16:creationId xmlns:a16="http://schemas.microsoft.com/office/drawing/2014/main" id="{9692A87F-EC03-4C1B-BD44-06EBDAA09E87}"/>
                  </a:ext>
                </a:extLst>
              </p:cNvPr>
              <p:cNvSpPr/>
              <p:nvPr/>
            </p:nvSpPr>
            <p:spPr>
              <a:xfrm>
                <a:off x="3670415" y="1612712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−4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72" name="Text 121">
                <a:extLst>
                  <a:ext uri="{FF2B5EF4-FFF2-40B4-BE49-F238E27FC236}">
                    <a16:creationId xmlns:a16="http://schemas.microsoft.com/office/drawing/2014/main" id="{9692A87F-EC03-4C1B-BD44-06EBDAA09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415" y="1612712"/>
                <a:ext cx="134854" cy="89154"/>
              </a:xfrm>
              <a:prstGeom prst="rect">
                <a:avLst/>
              </a:prstGeom>
              <a:blipFill>
                <a:blip r:embed="rId7"/>
                <a:stretch>
                  <a:fillRect l="-50000" r="-27273" b="-50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Text 121">
                <a:extLst>
                  <a:ext uri="{FF2B5EF4-FFF2-40B4-BE49-F238E27FC236}">
                    <a16:creationId xmlns:a16="http://schemas.microsoft.com/office/drawing/2014/main" id="{DF91E5DD-FB84-43F2-B5CE-7BD9407463B8}"/>
                  </a:ext>
                </a:extLst>
              </p:cNvPr>
              <p:cNvSpPr/>
              <p:nvPr/>
            </p:nvSpPr>
            <p:spPr>
              <a:xfrm>
                <a:off x="3244729" y="1612712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−5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73" name="Text 121">
                <a:extLst>
                  <a:ext uri="{FF2B5EF4-FFF2-40B4-BE49-F238E27FC236}">
                    <a16:creationId xmlns:a16="http://schemas.microsoft.com/office/drawing/2014/main" id="{DF91E5DD-FB84-43F2-B5CE-7BD9407463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729" y="1612712"/>
                <a:ext cx="134854" cy="89154"/>
              </a:xfrm>
              <a:prstGeom prst="rect">
                <a:avLst/>
              </a:prstGeom>
              <a:blipFill>
                <a:blip r:embed="rId8"/>
                <a:stretch>
                  <a:fillRect l="-50000" r="-27273" b="-50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Text 121">
                <a:extLst>
                  <a:ext uri="{FF2B5EF4-FFF2-40B4-BE49-F238E27FC236}">
                    <a16:creationId xmlns:a16="http://schemas.microsoft.com/office/drawing/2014/main" id="{2AB23D1A-C4FE-4461-BB33-F2D06020014C}"/>
                  </a:ext>
                </a:extLst>
              </p:cNvPr>
              <p:cNvSpPr/>
              <p:nvPr/>
            </p:nvSpPr>
            <p:spPr>
              <a:xfrm>
                <a:off x="2832262" y="1612712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−6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74" name="Text 121">
                <a:extLst>
                  <a:ext uri="{FF2B5EF4-FFF2-40B4-BE49-F238E27FC236}">
                    <a16:creationId xmlns:a16="http://schemas.microsoft.com/office/drawing/2014/main" id="{2AB23D1A-C4FE-4461-BB33-F2D0602001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2262" y="1612712"/>
                <a:ext cx="134854" cy="89154"/>
              </a:xfrm>
              <a:prstGeom prst="rect">
                <a:avLst/>
              </a:prstGeom>
              <a:blipFill>
                <a:blip r:embed="rId9"/>
                <a:stretch>
                  <a:fillRect l="-50000" r="-27273" b="-50000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Text 121">
                <a:extLst>
                  <a:ext uri="{FF2B5EF4-FFF2-40B4-BE49-F238E27FC236}">
                    <a16:creationId xmlns:a16="http://schemas.microsoft.com/office/drawing/2014/main" id="{C656F2D8-B9DB-481A-A963-473CBB24BB8F}"/>
                  </a:ext>
                </a:extLst>
              </p:cNvPr>
              <p:cNvSpPr/>
              <p:nvPr/>
            </p:nvSpPr>
            <p:spPr>
              <a:xfrm>
                <a:off x="2402997" y="1608957"/>
                <a:ext cx="134854" cy="8915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dirty="0" smtClean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</m:ctrlPr>
                        </m:sSubPr>
                        <m:e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𝑥</m:t>
                          </m:r>
                        </m:e>
                        <m:sub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𝑡</m:t>
                          </m:r>
                          <m:r>
                            <a:rPr lang="pt-BR" sz="800" i="1" dirty="0">
                              <a:solidFill>
                                <a:srgbClr val="444444"/>
                              </a:solidFill>
                              <a:latin typeface="Cambria Math" panose="02040503050406030204" pitchFamily="18" charset="0"/>
                              <a:cs typeface="Arial" pitchFamily="34" charset="-120"/>
                            </a:rPr>
                            <m:t>−7</m:t>
                          </m:r>
                        </m:sub>
                      </m:sSub>
                    </m:oMath>
                  </m:oMathPara>
                </a14:m>
                <a:endParaRPr lang="en-US" sz="800" dirty="0"/>
              </a:p>
            </p:txBody>
          </p:sp>
        </mc:Choice>
        <mc:Fallback>
          <p:sp>
            <p:nvSpPr>
              <p:cNvPr id="278" name="Text 121">
                <a:extLst>
                  <a:ext uri="{FF2B5EF4-FFF2-40B4-BE49-F238E27FC236}">
                    <a16:creationId xmlns:a16="http://schemas.microsoft.com/office/drawing/2014/main" id="{C656F2D8-B9DB-481A-A963-473CBB24BB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997" y="1608957"/>
                <a:ext cx="134854" cy="89154"/>
              </a:xfrm>
              <a:prstGeom prst="rect">
                <a:avLst/>
              </a:prstGeom>
              <a:blipFill>
                <a:blip r:embed="rId10"/>
                <a:stretch>
                  <a:fillRect l="-50000" r="-27273" b="-46667"/>
                </a:stretch>
              </a:blipFill>
              <a:ln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244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37</Words>
  <Application>Microsoft Office PowerPoint</Application>
  <PresentationFormat>Personalizar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Persio Puertas Garcia Lorenti</dc:creator>
  <cp:lastModifiedBy>Persio Puertas Garcia Lorenti</cp:lastModifiedBy>
  <cp:revision>4</cp:revision>
  <dcterms:created xsi:type="dcterms:W3CDTF">2026-06-16T19:37:58Z</dcterms:created>
  <dcterms:modified xsi:type="dcterms:W3CDTF">2026-06-17T10:29:58Z</dcterms:modified>
</cp:coreProperties>
</file>