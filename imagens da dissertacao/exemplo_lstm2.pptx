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759450" cy="2700338"/>
  <p:notesSz cx="6858000" cy="9144000"/>
  <p:defaultTextStyle>
    <a:defPPr>
      <a:defRPr lang="pt-BR"/>
    </a:defPPr>
    <a:lvl1pPr marL="0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1pPr>
    <a:lvl2pPr marL="241859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2pPr>
    <a:lvl3pPr marL="483718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3pPr>
    <a:lvl4pPr marL="725576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4pPr>
    <a:lvl5pPr marL="967435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5pPr>
    <a:lvl6pPr marL="1209294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6pPr>
    <a:lvl7pPr marL="1451153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7pPr>
    <a:lvl8pPr marL="1693012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8pPr>
    <a:lvl9pPr marL="1934870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5A3"/>
    <a:srgbClr val="F09252"/>
    <a:srgbClr val="1DAF93"/>
    <a:srgbClr val="CAF6EE"/>
    <a:srgbClr val="F3AA79"/>
    <a:srgbClr val="E1FFF7"/>
    <a:srgbClr val="B3FFEB"/>
    <a:srgbClr val="00CC99"/>
    <a:srgbClr val="00FF99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150" d="100"/>
          <a:sy n="150" d="100"/>
        </p:scale>
        <p:origin x="130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5FFDC-F5C3-467F-B33F-F1D5CC4DA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931" y="535305"/>
            <a:ext cx="4319588" cy="1138742"/>
          </a:xfrm>
        </p:spPr>
        <p:txBody>
          <a:bodyPr anchor="b"/>
          <a:lstStyle>
            <a:lvl1pPr algn="ctr">
              <a:defRPr sz="830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532E98-1446-4335-8A6E-772A9E4CE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31" y="1717964"/>
            <a:ext cx="4319588" cy="789699"/>
          </a:xfrm>
        </p:spPr>
        <p:txBody>
          <a:bodyPr/>
          <a:lstStyle>
            <a:lvl1pPr marL="0" indent="0" algn="ctr">
              <a:buNone/>
              <a:defRPr sz="3323"/>
            </a:lvl1pPr>
            <a:lvl2pPr marL="633121" indent="0" algn="ctr">
              <a:buNone/>
              <a:defRPr sz="2769"/>
            </a:lvl2pPr>
            <a:lvl3pPr marL="1266239" indent="0" algn="ctr">
              <a:buNone/>
              <a:defRPr sz="2492"/>
            </a:lvl3pPr>
            <a:lvl4pPr marL="1899361" indent="0" algn="ctr">
              <a:buNone/>
              <a:defRPr sz="2216"/>
            </a:lvl4pPr>
            <a:lvl5pPr marL="2532482" indent="0" algn="ctr">
              <a:buNone/>
              <a:defRPr sz="2216"/>
            </a:lvl5pPr>
            <a:lvl6pPr marL="3165600" indent="0" algn="ctr">
              <a:buNone/>
              <a:defRPr sz="2216"/>
            </a:lvl6pPr>
            <a:lvl7pPr marL="3798720" indent="0" algn="ctr">
              <a:buNone/>
              <a:defRPr sz="2216"/>
            </a:lvl7pPr>
            <a:lvl8pPr marL="4431840" indent="0" algn="ctr">
              <a:buNone/>
              <a:defRPr sz="2216"/>
            </a:lvl8pPr>
            <a:lvl9pPr marL="5064961" indent="0" algn="ctr">
              <a:buNone/>
              <a:defRPr sz="2216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C9B73-52A4-4D7F-9503-B3890F48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12BB33-A826-430B-A88C-69545B26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619AE8-F3B1-4F8F-85C8-AF5B545E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25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5B484-26EB-4D70-8611-CF0E908C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CC7AB5-140F-434D-9119-A134A0E5A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EEFC02-4809-44B7-B3DC-042FDB59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74BDCB-333A-4062-8E6B-D74E26A1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1DBE52-988F-48C8-944A-84535444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94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6E150-2D18-4316-AAAD-1C94B4893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62" y="815445"/>
            <a:ext cx="4967526" cy="1360582"/>
          </a:xfrm>
        </p:spPr>
        <p:txBody>
          <a:bodyPr anchor="b"/>
          <a:lstStyle>
            <a:lvl1pPr>
              <a:defRPr sz="8308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758194-6135-4645-8443-3E693D0D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962" y="2188901"/>
            <a:ext cx="4967526" cy="715500"/>
          </a:xfrm>
        </p:spPr>
        <p:txBody>
          <a:bodyPr/>
          <a:lstStyle>
            <a:lvl1pPr marL="0" indent="0">
              <a:buNone/>
              <a:defRPr sz="3323">
                <a:solidFill>
                  <a:schemeClr val="tx1">
                    <a:tint val="75000"/>
                  </a:schemeClr>
                </a:solidFill>
              </a:defRPr>
            </a:lvl1pPr>
            <a:lvl2pPr marL="633121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2pPr>
            <a:lvl3pPr marL="1266239" indent="0">
              <a:buNone/>
              <a:defRPr sz="2492">
                <a:solidFill>
                  <a:schemeClr val="tx1">
                    <a:tint val="75000"/>
                  </a:schemeClr>
                </a:solidFill>
              </a:defRPr>
            </a:lvl3pPr>
            <a:lvl4pPr marL="1899361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4pPr>
            <a:lvl5pPr marL="2532482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5pPr>
            <a:lvl6pPr marL="316560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6pPr>
            <a:lvl7pPr marL="379872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7pPr>
            <a:lvl8pPr marL="443184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8pPr>
            <a:lvl9pPr marL="5064961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0912F1-95F7-40C6-9530-3EA540D0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4882-1F8C-4BFC-B143-9D83B8E9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AFC45D-DB4F-435A-9AEF-DA5F127B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49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B4614-F34A-4699-BA87-C49A771C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BFB468-035D-4054-AB67-B50A3FC62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62" y="870722"/>
            <a:ext cx="2447766" cy="20753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E81224-1FF2-44D6-8F9D-2E2EF01F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5722" y="870722"/>
            <a:ext cx="2447766" cy="20753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0B6406-3943-4613-B4D3-60D975C6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C1509C-5791-439C-8378-E56ACA84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35B616-605E-48AF-8AA2-8473CC28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38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8AA48-FF97-44DC-86DF-E13EA0EA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2" y="174149"/>
            <a:ext cx="4967526" cy="632214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18F946-8C9D-4749-A653-8AC7EDBA9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20" y="801820"/>
            <a:ext cx="2436517" cy="392958"/>
          </a:xfrm>
        </p:spPr>
        <p:txBody>
          <a:bodyPr anchor="b"/>
          <a:lstStyle>
            <a:lvl1pPr marL="0" indent="0">
              <a:buNone/>
              <a:defRPr sz="3323" b="1"/>
            </a:lvl1pPr>
            <a:lvl2pPr marL="633121" indent="0">
              <a:buNone/>
              <a:defRPr sz="2769" b="1"/>
            </a:lvl2pPr>
            <a:lvl3pPr marL="1266239" indent="0">
              <a:buNone/>
              <a:defRPr sz="2492" b="1"/>
            </a:lvl3pPr>
            <a:lvl4pPr marL="1899361" indent="0">
              <a:buNone/>
              <a:defRPr sz="2216" b="1"/>
            </a:lvl4pPr>
            <a:lvl5pPr marL="2532482" indent="0">
              <a:buNone/>
              <a:defRPr sz="2216" b="1"/>
            </a:lvl5pPr>
            <a:lvl6pPr marL="3165600" indent="0">
              <a:buNone/>
              <a:defRPr sz="2216" b="1"/>
            </a:lvl6pPr>
            <a:lvl7pPr marL="3798720" indent="0">
              <a:buNone/>
              <a:defRPr sz="2216" b="1"/>
            </a:lvl7pPr>
            <a:lvl8pPr marL="4431840" indent="0">
              <a:buNone/>
              <a:defRPr sz="2216" b="1"/>
            </a:lvl8pPr>
            <a:lvl9pPr marL="5064961" indent="0">
              <a:buNone/>
              <a:defRPr sz="22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39B4E0-20E7-4EC6-89B1-B2F55CAAC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720" y="1194773"/>
            <a:ext cx="2436517" cy="17573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5A310D2-18E2-4C5E-9C55-C5DEBAA99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5722" y="801820"/>
            <a:ext cx="2448516" cy="392958"/>
          </a:xfrm>
        </p:spPr>
        <p:txBody>
          <a:bodyPr anchor="b"/>
          <a:lstStyle>
            <a:lvl1pPr marL="0" indent="0">
              <a:buNone/>
              <a:defRPr sz="3323" b="1"/>
            </a:lvl1pPr>
            <a:lvl2pPr marL="633121" indent="0">
              <a:buNone/>
              <a:defRPr sz="2769" b="1"/>
            </a:lvl2pPr>
            <a:lvl3pPr marL="1266239" indent="0">
              <a:buNone/>
              <a:defRPr sz="2492" b="1"/>
            </a:lvl3pPr>
            <a:lvl4pPr marL="1899361" indent="0">
              <a:buNone/>
              <a:defRPr sz="2216" b="1"/>
            </a:lvl4pPr>
            <a:lvl5pPr marL="2532482" indent="0">
              <a:buNone/>
              <a:defRPr sz="2216" b="1"/>
            </a:lvl5pPr>
            <a:lvl6pPr marL="3165600" indent="0">
              <a:buNone/>
              <a:defRPr sz="2216" b="1"/>
            </a:lvl6pPr>
            <a:lvl7pPr marL="3798720" indent="0">
              <a:buNone/>
              <a:defRPr sz="2216" b="1"/>
            </a:lvl7pPr>
            <a:lvl8pPr marL="4431840" indent="0">
              <a:buNone/>
              <a:defRPr sz="2216" b="1"/>
            </a:lvl8pPr>
            <a:lvl9pPr marL="5064961" indent="0">
              <a:buNone/>
              <a:defRPr sz="22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6E878F-37CC-49B0-825E-1A661FC09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5722" y="1194773"/>
            <a:ext cx="2448516" cy="17573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1D5B77-A575-40C5-8771-4DB87A4E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A3D3C9-E0A9-4197-9EC5-CC1F78E8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AF36A5-BC97-4E04-A1B8-9ABD1E32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00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84641-CB1F-496F-A648-EFE5875A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365D8C-FB9F-4D14-96A1-776489CB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6F4077-7473-4F5B-BB8C-A1FB9149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F8B06B-B8AE-45AC-98F2-28D77F47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3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61C916-6D57-471D-9CC7-9E5EBE1A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5E07C0-6473-4E73-9F15-B681DC55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08BA1B-61B5-4DF9-8D1D-6186DC8A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62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00D77-EB7B-46D4-A5DB-201250DD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218061"/>
            <a:ext cx="1857572" cy="763201"/>
          </a:xfrm>
        </p:spPr>
        <p:txBody>
          <a:bodyPr anchor="b"/>
          <a:lstStyle>
            <a:lvl1pPr>
              <a:defRPr sz="443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5BB74-5006-485E-A8AD-1244077D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16" y="470946"/>
            <a:ext cx="2915722" cy="2324425"/>
          </a:xfrm>
        </p:spPr>
        <p:txBody>
          <a:bodyPr/>
          <a:lstStyle>
            <a:lvl1pPr>
              <a:defRPr sz="4431"/>
            </a:lvl1pPr>
            <a:lvl2pPr>
              <a:defRPr sz="3877"/>
            </a:lvl2pPr>
            <a:lvl3pPr>
              <a:defRPr sz="3323"/>
            </a:lvl3pPr>
            <a:lvl4pPr>
              <a:defRPr sz="2769"/>
            </a:lvl4pPr>
            <a:lvl5pPr>
              <a:defRPr sz="2769"/>
            </a:lvl5pPr>
            <a:lvl6pPr>
              <a:defRPr sz="2769"/>
            </a:lvl6pPr>
            <a:lvl7pPr>
              <a:defRPr sz="2769"/>
            </a:lvl7pPr>
            <a:lvl8pPr>
              <a:defRPr sz="2769"/>
            </a:lvl8pPr>
            <a:lvl9pPr>
              <a:defRPr sz="276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A2D8F0-BEC5-4999-BBBB-91FAF35BF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981263"/>
            <a:ext cx="1857572" cy="1817898"/>
          </a:xfrm>
        </p:spPr>
        <p:txBody>
          <a:bodyPr/>
          <a:lstStyle>
            <a:lvl1pPr marL="0" indent="0">
              <a:buNone/>
              <a:defRPr sz="2216"/>
            </a:lvl1pPr>
            <a:lvl2pPr marL="633121" indent="0">
              <a:buNone/>
              <a:defRPr sz="1939"/>
            </a:lvl2pPr>
            <a:lvl3pPr marL="1266239" indent="0">
              <a:buNone/>
              <a:defRPr sz="1662"/>
            </a:lvl3pPr>
            <a:lvl4pPr marL="1899361" indent="0">
              <a:buNone/>
              <a:defRPr sz="1385"/>
            </a:lvl4pPr>
            <a:lvl5pPr marL="2532482" indent="0">
              <a:buNone/>
              <a:defRPr sz="1385"/>
            </a:lvl5pPr>
            <a:lvl6pPr marL="3165600" indent="0">
              <a:buNone/>
              <a:defRPr sz="1385"/>
            </a:lvl6pPr>
            <a:lvl7pPr marL="3798720" indent="0">
              <a:buNone/>
              <a:defRPr sz="1385"/>
            </a:lvl7pPr>
            <a:lvl8pPr marL="4431840" indent="0">
              <a:buNone/>
              <a:defRPr sz="1385"/>
            </a:lvl8pPr>
            <a:lvl9pPr marL="5064961" indent="0">
              <a:buNone/>
              <a:defRPr sz="13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36FF4C-7332-42EB-B18F-E8597F2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5EF952-FE09-4604-8013-EB45BFAC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5179C-B904-41E7-8671-1C99E325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31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37FD7-67D2-472A-A9FF-8B0E6BC3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218061"/>
            <a:ext cx="1857572" cy="763201"/>
          </a:xfrm>
        </p:spPr>
        <p:txBody>
          <a:bodyPr anchor="b"/>
          <a:lstStyle>
            <a:lvl1pPr>
              <a:defRPr sz="443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B3C595-E803-4909-AC72-B848FDD1F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48516" y="470946"/>
            <a:ext cx="2915722" cy="2324425"/>
          </a:xfrm>
        </p:spPr>
        <p:txBody>
          <a:bodyPr/>
          <a:lstStyle>
            <a:lvl1pPr marL="0" indent="0">
              <a:buNone/>
              <a:defRPr sz="4431"/>
            </a:lvl1pPr>
            <a:lvl2pPr marL="633121" indent="0">
              <a:buNone/>
              <a:defRPr sz="3877"/>
            </a:lvl2pPr>
            <a:lvl3pPr marL="1266239" indent="0">
              <a:buNone/>
              <a:defRPr sz="3323"/>
            </a:lvl3pPr>
            <a:lvl4pPr marL="1899361" indent="0">
              <a:buNone/>
              <a:defRPr sz="2769"/>
            </a:lvl4pPr>
            <a:lvl5pPr marL="2532482" indent="0">
              <a:buNone/>
              <a:defRPr sz="2769"/>
            </a:lvl5pPr>
            <a:lvl6pPr marL="3165600" indent="0">
              <a:buNone/>
              <a:defRPr sz="2769"/>
            </a:lvl6pPr>
            <a:lvl7pPr marL="3798720" indent="0">
              <a:buNone/>
              <a:defRPr sz="2769"/>
            </a:lvl7pPr>
            <a:lvl8pPr marL="4431840" indent="0">
              <a:buNone/>
              <a:defRPr sz="2769"/>
            </a:lvl8pPr>
            <a:lvl9pPr marL="5064961" indent="0">
              <a:buNone/>
              <a:defRPr sz="2769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7E3B-8FD1-43CD-9732-6924D59C7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981263"/>
            <a:ext cx="1857572" cy="1817898"/>
          </a:xfrm>
        </p:spPr>
        <p:txBody>
          <a:bodyPr/>
          <a:lstStyle>
            <a:lvl1pPr marL="0" indent="0">
              <a:buNone/>
              <a:defRPr sz="2216"/>
            </a:lvl1pPr>
            <a:lvl2pPr marL="633121" indent="0">
              <a:buNone/>
              <a:defRPr sz="1939"/>
            </a:lvl2pPr>
            <a:lvl3pPr marL="1266239" indent="0">
              <a:buNone/>
              <a:defRPr sz="1662"/>
            </a:lvl3pPr>
            <a:lvl4pPr marL="1899361" indent="0">
              <a:buNone/>
              <a:defRPr sz="1385"/>
            </a:lvl4pPr>
            <a:lvl5pPr marL="2532482" indent="0">
              <a:buNone/>
              <a:defRPr sz="1385"/>
            </a:lvl5pPr>
            <a:lvl6pPr marL="3165600" indent="0">
              <a:buNone/>
              <a:defRPr sz="1385"/>
            </a:lvl6pPr>
            <a:lvl7pPr marL="3798720" indent="0">
              <a:buNone/>
              <a:defRPr sz="1385"/>
            </a:lvl7pPr>
            <a:lvl8pPr marL="4431840" indent="0">
              <a:buNone/>
              <a:defRPr sz="1385"/>
            </a:lvl8pPr>
            <a:lvl9pPr marL="5064961" indent="0">
              <a:buNone/>
              <a:defRPr sz="13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C65DDD-5E45-468C-B488-6F98ED8D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7755B7-8935-4100-A3EF-48FEA348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1336EB-27B1-45AF-9B67-9D22C6E9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69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286A0-5434-45FB-B233-0DF07BBB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2ED308-4449-4DB1-BE84-2B877A45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39F0F-6FE1-43B1-8696-FBE11073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0F846B-8BC8-4D88-98C9-F2EBC4A6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CED13-4797-49B0-B81D-7F2ED618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6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208C1E-7672-4A0C-BC87-4E6D16EB2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1623" y="174146"/>
            <a:ext cx="1241881" cy="27719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1AC34D-42EE-49DB-B272-550AB80B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5978" y="174146"/>
            <a:ext cx="3653651" cy="27719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46D860-FA57-4743-96AF-EB8C255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B5A9C6-4A23-4DC3-8032-EB612255B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18E589-0622-4B67-AAD6-89102CEC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64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93FE9D-27D4-4F67-B32E-910BBA8E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62" y="174149"/>
            <a:ext cx="4967526" cy="6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E54CE1-DAC7-48C9-BC64-63344751C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962" y="870722"/>
            <a:ext cx="4967526" cy="207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421A36-3310-417D-984E-9CCDE962F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5962" y="3031600"/>
            <a:ext cx="1295876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13366-250D-40B6-965D-3F01ED409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7818" y="3031600"/>
            <a:ext cx="1943814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305B02-FDC4-48DE-9BC9-60C6B8858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7612" y="3031600"/>
            <a:ext cx="1295876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06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66239" rtl="0" eaLnBrk="1" latinLnBrk="0" hangingPunct="1">
        <a:lnSpc>
          <a:spcPct val="90000"/>
        </a:lnSpc>
        <a:spcBef>
          <a:spcPct val="0"/>
        </a:spcBef>
        <a:buNone/>
        <a:defRPr sz="60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62" indent="-316562" algn="l" defTabSz="1266239" rtl="0" eaLnBrk="1" latinLnBrk="0" hangingPunct="1">
        <a:lnSpc>
          <a:spcPct val="90000"/>
        </a:lnSpc>
        <a:spcBef>
          <a:spcPts val="1385"/>
        </a:spcBef>
        <a:buFont typeface="Arial" panose="020B0604020202020204" pitchFamily="34" charset="0"/>
        <a:buChar char="•"/>
        <a:defRPr sz="3877" kern="1200">
          <a:solidFill>
            <a:schemeClr val="tx1"/>
          </a:solidFill>
          <a:latin typeface="+mn-lt"/>
          <a:ea typeface="+mn-ea"/>
          <a:cs typeface="+mn-cs"/>
        </a:defRPr>
      </a:lvl1pPr>
      <a:lvl2pPr marL="949680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3323" kern="1200">
          <a:solidFill>
            <a:schemeClr val="tx1"/>
          </a:solidFill>
          <a:latin typeface="+mn-lt"/>
          <a:ea typeface="+mn-ea"/>
          <a:cs typeface="+mn-cs"/>
        </a:defRPr>
      </a:lvl2pPr>
      <a:lvl3pPr marL="1582799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3pPr>
      <a:lvl4pPr marL="2215920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4pPr>
      <a:lvl5pPr marL="2849041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5pPr>
      <a:lvl6pPr marL="3482160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6pPr>
      <a:lvl7pPr marL="4115281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7pPr>
      <a:lvl8pPr marL="4748402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8pPr>
      <a:lvl9pPr marL="5381520" indent="-316562" algn="l" defTabSz="12662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1pPr>
      <a:lvl2pPr marL="633121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2pPr>
      <a:lvl3pPr marL="1266239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3pPr>
      <a:lvl4pPr marL="1899361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4pPr>
      <a:lvl5pPr marL="2532482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5pPr>
      <a:lvl6pPr marL="3165600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6pPr>
      <a:lvl7pPr marL="3798720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7pPr>
      <a:lvl8pPr marL="4431840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8pPr>
      <a:lvl9pPr marL="5064961" algn="l" defTabSz="1266239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1">
            <a:extLst>
              <a:ext uri="{FF2B5EF4-FFF2-40B4-BE49-F238E27FC236}">
                <a16:creationId xmlns:a16="http://schemas.microsoft.com/office/drawing/2014/main" id="{94B1476D-F1BC-4B86-844F-FDCB374A5BC7}"/>
              </a:ext>
            </a:extLst>
          </p:cNvPr>
          <p:cNvSpPr>
            <a:spLocks noChangeAspect="1"/>
          </p:cNvSpPr>
          <p:nvPr/>
        </p:nvSpPr>
        <p:spPr>
          <a:xfrm>
            <a:off x="400977" y="126000"/>
            <a:ext cx="4929970" cy="2457813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1587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 sz="1318" dirty="0">
              <a:solidFill>
                <a:srgbClr val="C9C9C9"/>
              </a:solidFill>
            </a:endParaRPr>
          </a:p>
        </p:txBody>
      </p:sp>
      <p:sp>
        <p:nvSpPr>
          <p:cNvPr id="288" name="Shape 48">
            <a:extLst>
              <a:ext uri="{FF2B5EF4-FFF2-40B4-BE49-F238E27FC236}">
                <a16:creationId xmlns:a16="http://schemas.microsoft.com/office/drawing/2014/main" id="{E4625036-64CB-4E08-819C-985A45B936DF}"/>
              </a:ext>
            </a:extLst>
          </p:cNvPr>
          <p:cNvSpPr/>
          <p:nvPr/>
        </p:nvSpPr>
        <p:spPr>
          <a:xfrm flipV="1">
            <a:off x="4531202" y="1505588"/>
            <a:ext cx="1131412" cy="0"/>
          </a:xfrm>
          <a:prstGeom prst="line">
            <a:avLst/>
          </a:prstGeom>
          <a:noFill/>
          <a:ln w="28575">
            <a:solidFill>
              <a:srgbClr val="F09252"/>
            </a:solidFill>
            <a:prstDash val="solid"/>
            <a:tailEnd type="triangle"/>
          </a:ln>
        </p:spPr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D1678F7-3F08-49FE-836E-50A47CB30768}"/>
              </a:ext>
            </a:extLst>
          </p:cNvPr>
          <p:cNvCxnSpPr>
            <a:cxnSpLocks/>
            <a:stCxn id="281" idx="2"/>
          </p:cNvCxnSpPr>
          <p:nvPr/>
        </p:nvCxnSpPr>
        <p:spPr>
          <a:xfrm flipH="1">
            <a:off x="52388" y="499340"/>
            <a:ext cx="4314290" cy="0"/>
          </a:xfrm>
          <a:prstGeom prst="line">
            <a:avLst/>
          </a:prstGeom>
          <a:noFill/>
          <a:ln w="19050">
            <a:solidFill>
              <a:srgbClr val="117738"/>
            </a:solidFill>
            <a:prstDash val="solid"/>
            <a:tailEnd type="none"/>
          </a:ln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E4F54C5C-2830-462A-A417-7FBE43875525}"/>
              </a:ext>
            </a:extLst>
          </p:cNvPr>
          <p:cNvCxnSpPr>
            <a:cxnSpLocks/>
            <a:stCxn id="251" idx="4"/>
          </p:cNvCxnSpPr>
          <p:nvPr/>
        </p:nvCxnSpPr>
        <p:spPr>
          <a:xfrm rot="5400000">
            <a:off x="300951" y="2097766"/>
            <a:ext cx="165089" cy="657449"/>
          </a:xfrm>
          <a:prstGeom prst="bentConnector2">
            <a:avLst/>
          </a:prstGeom>
          <a:noFill/>
          <a:ln w="19050">
            <a:solidFill>
              <a:srgbClr val="F7C5A3"/>
            </a:solidFill>
            <a:prstDash val="solid"/>
            <a:tailEnd type="none"/>
          </a:ln>
        </p:spPr>
      </p:cxn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7AF7E6C6-0397-4371-AF78-E8C7876DE178}"/>
              </a:ext>
            </a:extLst>
          </p:cNvPr>
          <p:cNvCxnSpPr>
            <a:cxnSpLocks/>
            <a:stCxn id="281" idx="4"/>
            <a:endCxn id="285" idx="0"/>
          </p:cNvCxnSpPr>
          <p:nvPr/>
        </p:nvCxnSpPr>
        <p:spPr>
          <a:xfrm>
            <a:off x="4401576" y="534239"/>
            <a:ext cx="4" cy="847521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3AD8722D-C7A3-4752-91A1-E3FF1EFC0C0C}"/>
              </a:ext>
            </a:extLst>
          </p:cNvPr>
          <p:cNvCxnSpPr>
            <a:cxnSpLocks/>
            <a:stCxn id="264" idx="0"/>
            <a:endCxn id="257" idx="2"/>
          </p:cNvCxnSpPr>
          <p:nvPr/>
        </p:nvCxnSpPr>
        <p:spPr>
          <a:xfrm flipV="1">
            <a:off x="3628813" y="1710797"/>
            <a:ext cx="16" cy="563353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9DB2C8AE-8365-4B6A-9BB2-749012CF2089}"/>
              </a:ext>
            </a:extLst>
          </p:cNvPr>
          <p:cNvCxnSpPr>
            <a:cxnSpLocks/>
            <a:stCxn id="262" idx="0"/>
            <a:endCxn id="256" idx="2"/>
          </p:cNvCxnSpPr>
          <p:nvPr/>
        </p:nvCxnSpPr>
        <p:spPr>
          <a:xfrm flipV="1">
            <a:off x="2831064" y="1710797"/>
            <a:ext cx="14" cy="563353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E6E53CE4-6403-422D-8766-7D2A76B35FB3}"/>
              </a:ext>
            </a:extLst>
          </p:cNvPr>
          <p:cNvCxnSpPr>
            <a:cxnSpLocks/>
            <a:stCxn id="260" idx="0"/>
            <a:endCxn id="255" idx="2"/>
          </p:cNvCxnSpPr>
          <p:nvPr/>
        </p:nvCxnSpPr>
        <p:spPr>
          <a:xfrm flipV="1">
            <a:off x="2182946" y="1710797"/>
            <a:ext cx="16" cy="563353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4F1A4D22-9B40-43A9-AA6D-E0C94C713995}"/>
              </a:ext>
            </a:extLst>
          </p:cNvPr>
          <p:cNvCxnSpPr>
            <a:cxnSpLocks/>
            <a:stCxn id="258" idx="0"/>
            <a:endCxn id="254" idx="2"/>
          </p:cNvCxnSpPr>
          <p:nvPr/>
        </p:nvCxnSpPr>
        <p:spPr>
          <a:xfrm flipV="1">
            <a:off x="1385261" y="1710797"/>
            <a:ext cx="13" cy="563353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sp>
        <p:nvSpPr>
          <p:cNvPr id="307" name="Shape 8">
            <a:extLst>
              <a:ext uri="{FF2B5EF4-FFF2-40B4-BE49-F238E27FC236}">
                <a16:creationId xmlns:a16="http://schemas.microsoft.com/office/drawing/2014/main" id="{F4284069-BF9E-4DDA-A513-1153B157CAFB}"/>
              </a:ext>
            </a:extLst>
          </p:cNvPr>
          <p:cNvSpPr/>
          <p:nvPr/>
        </p:nvSpPr>
        <p:spPr>
          <a:xfrm>
            <a:off x="712228" y="2309047"/>
            <a:ext cx="2118541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none"/>
          </a:ln>
        </p:spPr>
      </p:sp>
      <p:sp>
        <p:nvSpPr>
          <p:cNvPr id="244" name="Shape 4">
            <a:extLst>
              <a:ext uri="{FF2B5EF4-FFF2-40B4-BE49-F238E27FC236}">
                <a16:creationId xmlns:a16="http://schemas.microsoft.com/office/drawing/2014/main" id="{97752802-FC97-4333-8FE5-32F60EA4821E}"/>
              </a:ext>
            </a:extLst>
          </p:cNvPr>
          <p:cNvSpPr/>
          <p:nvPr/>
        </p:nvSpPr>
        <p:spPr>
          <a:xfrm>
            <a:off x="4401576" y="494360"/>
            <a:ext cx="1261038" cy="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245" name="Text 5">
            <a:extLst>
              <a:ext uri="{FF2B5EF4-FFF2-40B4-BE49-F238E27FC236}">
                <a16:creationId xmlns:a16="http://schemas.microsoft.com/office/drawing/2014/main" id="{A2A70886-B886-46BF-A39E-6C79CC4A3552}"/>
              </a:ext>
            </a:extLst>
          </p:cNvPr>
          <p:cNvSpPr/>
          <p:nvPr/>
        </p:nvSpPr>
        <p:spPr>
          <a:xfrm>
            <a:off x="69079" y="260039"/>
            <a:ext cx="237620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800" i="1" baseline="-40000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</a:t>
            </a:r>
            <a:endParaRPr lang="en-US" sz="800" dirty="0">
              <a:solidFill>
                <a:srgbClr val="117738"/>
              </a:solidFill>
            </a:endParaRPr>
          </a:p>
        </p:txBody>
      </p:sp>
      <p:sp>
        <p:nvSpPr>
          <p:cNvPr id="246" name="Text 6">
            <a:extLst>
              <a:ext uri="{FF2B5EF4-FFF2-40B4-BE49-F238E27FC236}">
                <a16:creationId xmlns:a16="http://schemas.microsoft.com/office/drawing/2014/main" id="{1C3BB38A-84B9-407A-AFEF-9058D3C65FAE}"/>
              </a:ext>
            </a:extLst>
          </p:cNvPr>
          <p:cNvSpPr/>
          <p:nvPr/>
        </p:nvSpPr>
        <p:spPr>
          <a:xfrm>
            <a:off x="5443780" y="252568"/>
            <a:ext cx="89738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800" i="1" baseline="-40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47" name="Text 7">
            <a:extLst>
              <a:ext uri="{FF2B5EF4-FFF2-40B4-BE49-F238E27FC236}">
                <a16:creationId xmlns:a16="http://schemas.microsoft.com/office/drawing/2014/main" id="{4DCA9A7C-A0FF-4BA2-B0E9-88DDD0D25778}"/>
              </a:ext>
            </a:extLst>
          </p:cNvPr>
          <p:cNvSpPr/>
          <p:nvPr/>
        </p:nvSpPr>
        <p:spPr>
          <a:xfrm>
            <a:off x="4607986" y="1517555"/>
            <a:ext cx="698009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oculto da célula</a:t>
            </a:r>
            <a:endParaRPr lang="en-US" sz="800" dirty="0">
              <a:solidFill>
                <a:srgbClr val="F09252"/>
              </a:solidFill>
            </a:endParaRPr>
          </a:p>
        </p:txBody>
      </p:sp>
      <p:sp>
        <p:nvSpPr>
          <p:cNvPr id="248" name="Shape 8">
            <a:extLst>
              <a:ext uri="{FF2B5EF4-FFF2-40B4-BE49-F238E27FC236}">
                <a16:creationId xmlns:a16="http://schemas.microsoft.com/office/drawing/2014/main" id="{BA8645AD-3995-4ADD-8765-C6540B8BB1FA}"/>
              </a:ext>
            </a:extLst>
          </p:cNvPr>
          <p:cNvSpPr/>
          <p:nvPr/>
        </p:nvSpPr>
        <p:spPr>
          <a:xfrm>
            <a:off x="54482" y="2309047"/>
            <a:ext cx="657736" cy="1"/>
          </a:xfrm>
          <a:prstGeom prst="line">
            <a:avLst/>
          </a:prstGeom>
          <a:noFill/>
          <a:ln w="28575">
            <a:solidFill>
              <a:srgbClr val="F09252"/>
            </a:solidFill>
            <a:prstDash val="solid"/>
            <a:tailEnd type="none"/>
          </a:ln>
        </p:spPr>
      </p:sp>
      <p:sp>
        <p:nvSpPr>
          <p:cNvPr id="251" name="Shape 11">
            <a:extLst>
              <a:ext uri="{FF2B5EF4-FFF2-40B4-BE49-F238E27FC236}">
                <a16:creationId xmlns:a16="http://schemas.microsoft.com/office/drawing/2014/main" id="{95518F40-F9BE-4BA9-9EB5-4F4789F96D6F}"/>
              </a:ext>
            </a:extLst>
          </p:cNvPr>
          <p:cNvSpPr/>
          <p:nvPr/>
        </p:nvSpPr>
        <p:spPr>
          <a:xfrm>
            <a:off x="677320" y="2274149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52" name="Text 12">
            <a:extLst>
              <a:ext uri="{FF2B5EF4-FFF2-40B4-BE49-F238E27FC236}">
                <a16:creationId xmlns:a16="http://schemas.microsoft.com/office/drawing/2014/main" id="{B9BC932C-7E23-4C74-A61B-8986463C2D9C}"/>
              </a:ext>
            </a:extLst>
          </p:cNvPr>
          <p:cNvSpPr/>
          <p:nvPr/>
        </p:nvSpPr>
        <p:spPr>
          <a:xfrm>
            <a:off x="42879" y="2077816"/>
            <a:ext cx="224345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800" i="1" baseline="-40000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</a:t>
            </a:r>
            <a:endParaRPr lang="en-US" sz="800" dirty="0">
              <a:solidFill>
                <a:srgbClr val="F09252"/>
              </a:solidFill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00B5A1B0-215A-4015-A2CE-AAB45105C30E}"/>
              </a:ext>
            </a:extLst>
          </p:cNvPr>
          <p:cNvSpPr/>
          <p:nvPr/>
        </p:nvSpPr>
        <p:spPr>
          <a:xfrm>
            <a:off x="69310" y="2306839"/>
            <a:ext cx="114668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3A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i="1" baseline="-40000" dirty="0">
                <a:solidFill>
                  <a:srgbClr val="F3A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F3AA79"/>
              </a:solidFill>
            </a:endParaRPr>
          </a:p>
        </p:txBody>
      </p:sp>
      <p:sp>
        <p:nvSpPr>
          <p:cNvPr id="254" name="Text 14">
            <a:extLst>
              <a:ext uri="{FF2B5EF4-FFF2-40B4-BE49-F238E27FC236}">
                <a16:creationId xmlns:a16="http://schemas.microsoft.com/office/drawing/2014/main" id="{BD425590-EDE6-4401-A67A-A6FCF3CFDB49}"/>
              </a:ext>
            </a:extLst>
          </p:cNvPr>
          <p:cNvSpPr/>
          <p:nvPr/>
        </p:nvSpPr>
        <p:spPr>
          <a:xfrm>
            <a:off x="1136001" y="1311962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905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55" name="Text 15">
            <a:extLst>
              <a:ext uri="{FF2B5EF4-FFF2-40B4-BE49-F238E27FC236}">
                <a16:creationId xmlns:a16="http://schemas.microsoft.com/office/drawing/2014/main" id="{8E361387-1AF3-414F-B6F0-FF767CC4BFD8}"/>
              </a:ext>
            </a:extLst>
          </p:cNvPr>
          <p:cNvSpPr/>
          <p:nvPr/>
        </p:nvSpPr>
        <p:spPr>
          <a:xfrm>
            <a:off x="1933690" y="1311962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905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56" name="Text 16">
            <a:extLst>
              <a:ext uri="{FF2B5EF4-FFF2-40B4-BE49-F238E27FC236}">
                <a16:creationId xmlns:a16="http://schemas.microsoft.com/office/drawing/2014/main" id="{2EA4F197-6830-45FC-A127-158CF426182D}"/>
              </a:ext>
            </a:extLst>
          </p:cNvPr>
          <p:cNvSpPr/>
          <p:nvPr/>
        </p:nvSpPr>
        <p:spPr>
          <a:xfrm>
            <a:off x="2581806" y="1311962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905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57" name="Text 17">
            <a:extLst>
              <a:ext uri="{FF2B5EF4-FFF2-40B4-BE49-F238E27FC236}">
                <a16:creationId xmlns:a16="http://schemas.microsoft.com/office/drawing/2014/main" id="{EBE7DEC1-7185-4E5F-AEB2-BA3CA0DA8B81}"/>
              </a:ext>
            </a:extLst>
          </p:cNvPr>
          <p:cNvSpPr/>
          <p:nvPr/>
        </p:nvSpPr>
        <p:spPr>
          <a:xfrm>
            <a:off x="3379557" y="1311962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CAF6EE"/>
          </a:solidFill>
          <a:ln w="19050">
            <a:solidFill>
              <a:srgbClr val="1DAF93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258" name="Shape 18">
            <a:extLst>
              <a:ext uri="{FF2B5EF4-FFF2-40B4-BE49-F238E27FC236}">
                <a16:creationId xmlns:a16="http://schemas.microsoft.com/office/drawing/2014/main" id="{6ED4B643-7AE0-45BA-84DB-2F2A0AC4BC23}"/>
              </a:ext>
            </a:extLst>
          </p:cNvPr>
          <p:cNvSpPr/>
          <p:nvPr/>
        </p:nvSpPr>
        <p:spPr>
          <a:xfrm>
            <a:off x="1350362" y="2274149"/>
            <a:ext cx="69796" cy="69796"/>
          </a:xfrm>
          <a:prstGeom prst="ellipse">
            <a:avLst/>
          </a:prstGeom>
          <a:solidFill>
            <a:srgbClr val="C9C9C9"/>
          </a:solidFill>
          <a:ln w="3175">
            <a:solidFill>
              <a:srgbClr val="C9C9C9"/>
            </a:solidFill>
            <a:prstDash val="solid"/>
          </a:ln>
        </p:spPr>
      </p:sp>
      <p:sp>
        <p:nvSpPr>
          <p:cNvPr id="260" name="Shape 20">
            <a:extLst>
              <a:ext uri="{FF2B5EF4-FFF2-40B4-BE49-F238E27FC236}">
                <a16:creationId xmlns:a16="http://schemas.microsoft.com/office/drawing/2014/main" id="{B52284FC-D9FE-409A-9778-54FFEF9B082F}"/>
              </a:ext>
            </a:extLst>
          </p:cNvPr>
          <p:cNvSpPr/>
          <p:nvPr/>
        </p:nvSpPr>
        <p:spPr>
          <a:xfrm>
            <a:off x="2148048" y="2274149"/>
            <a:ext cx="69796" cy="69796"/>
          </a:xfrm>
          <a:prstGeom prst="ellipse">
            <a:avLst/>
          </a:prstGeom>
          <a:solidFill>
            <a:srgbClr val="C9C9C9"/>
          </a:solidFill>
          <a:ln w="3175">
            <a:solidFill>
              <a:srgbClr val="C9C9C9"/>
            </a:solidFill>
            <a:prstDash val="solid"/>
          </a:ln>
        </p:spPr>
      </p:sp>
      <p:sp>
        <p:nvSpPr>
          <p:cNvPr id="266" name="Text 26">
            <a:extLst>
              <a:ext uri="{FF2B5EF4-FFF2-40B4-BE49-F238E27FC236}">
                <a16:creationId xmlns:a16="http://schemas.microsoft.com/office/drawing/2014/main" id="{6E6E20FF-7D3B-4106-B1EC-BCBE48AB729A}"/>
              </a:ext>
            </a:extLst>
          </p:cNvPr>
          <p:cNvSpPr/>
          <p:nvPr/>
        </p:nvSpPr>
        <p:spPr>
          <a:xfrm>
            <a:off x="1078661" y="1925174"/>
            <a:ext cx="590781" cy="2392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700" dirty="0">
              <a:solidFill>
                <a:srgbClr val="C9C9C9"/>
              </a:solidFill>
            </a:endParaRPr>
          </a:p>
          <a:p>
            <a:pPr algn="ctr"/>
            <a:r>
              <a:rPr lang="en-US" sz="7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esquecimento</a:t>
            </a:r>
            <a:endParaRPr lang="en-US" sz="700" dirty="0">
              <a:solidFill>
                <a:srgbClr val="C9C9C9"/>
              </a:solidFill>
            </a:endParaRPr>
          </a:p>
        </p:txBody>
      </p:sp>
      <p:sp>
        <p:nvSpPr>
          <p:cNvPr id="267" name="Text 27">
            <a:extLst>
              <a:ext uri="{FF2B5EF4-FFF2-40B4-BE49-F238E27FC236}">
                <a16:creationId xmlns:a16="http://schemas.microsoft.com/office/drawing/2014/main" id="{7A5EB15D-C734-4405-9176-300CFD05BC4C}"/>
              </a:ext>
            </a:extLst>
          </p:cNvPr>
          <p:cNvSpPr/>
          <p:nvPr/>
        </p:nvSpPr>
        <p:spPr>
          <a:xfrm>
            <a:off x="1983530" y="1920188"/>
            <a:ext cx="378892" cy="2193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700" dirty="0">
              <a:solidFill>
                <a:srgbClr val="C9C9C9"/>
              </a:solidFill>
            </a:endParaRPr>
          </a:p>
          <a:p>
            <a:pPr algn="ctr"/>
            <a:r>
              <a:rPr lang="en-US" sz="7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700" dirty="0">
              <a:solidFill>
                <a:srgbClr val="C9C9C9"/>
              </a:solidFill>
            </a:endParaRPr>
          </a:p>
        </p:txBody>
      </p:sp>
      <p:sp>
        <p:nvSpPr>
          <p:cNvPr id="268" name="Text 28">
            <a:extLst>
              <a:ext uri="{FF2B5EF4-FFF2-40B4-BE49-F238E27FC236}">
                <a16:creationId xmlns:a16="http://schemas.microsoft.com/office/drawing/2014/main" id="{D71A6729-AA1D-4B0F-82A8-1D871C21F82D}"/>
              </a:ext>
            </a:extLst>
          </p:cNvPr>
          <p:cNvSpPr/>
          <p:nvPr/>
        </p:nvSpPr>
        <p:spPr>
          <a:xfrm>
            <a:off x="2573898" y="1967552"/>
            <a:ext cx="498544" cy="147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</a:t>
            </a:r>
            <a:endParaRPr lang="en-US" sz="700" i="1" dirty="0">
              <a:solidFill>
                <a:srgbClr val="C9C9C9"/>
              </a:solidFill>
            </a:endParaRPr>
          </a:p>
        </p:txBody>
      </p:sp>
      <p:sp>
        <p:nvSpPr>
          <p:cNvPr id="269" name="Text 29">
            <a:extLst>
              <a:ext uri="{FF2B5EF4-FFF2-40B4-BE49-F238E27FC236}">
                <a16:creationId xmlns:a16="http://schemas.microsoft.com/office/drawing/2014/main" id="{BFAEA24F-0326-46C4-ACC1-D7E9E206DF93}"/>
              </a:ext>
            </a:extLst>
          </p:cNvPr>
          <p:cNvSpPr/>
          <p:nvPr/>
        </p:nvSpPr>
        <p:spPr>
          <a:xfrm>
            <a:off x="3433444" y="1920185"/>
            <a:ext cx="390741" cy="2193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1DAF9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portão de</a:t>
            </a:r>
            <a:endParaRPr lang="en-US" sz="700" dirty="0">
              <a:solidFill>
                <a:srgbClr val="1DA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dirty="0">
                <a:solidFill>
                  <a:srgbClr val="1DAF9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saída</a:t>
            </a:r>
            <a:endParaRPr lang="en-US" sz="700" dirty="0">
              <a:solidFill>
                <a:srgbClr val="1DAF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Text 31">
            <a:extLst>
              <a:ext uri="{FF2B5EF4-FFF2-40B4-BE49-F238E27FC236}">
                <a16:creationId xmlns:a16="http://schemas.microsoft.com/office/drawing/2014/main" id="{601A50DF-E0C9-45AA-9D79-79ECD34DB75C}"/>
              </a:ext>
            </a:extLst>
          </p:cNvPr>
          <p:cNvSpPr/>
          <p:nvPr/>
        </p:nvSpPr>
        <p:spPr>
          <a:xfrm>
            <a:off x="1237924" y="838348"/>
            <a:ext cx="119650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800" i="1" baseline="-40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72" name="Text 32">
            <a:extLst>
              <a:ext uri="{FF2B5EF4-FFF2-40B4-BE49-F238E27FC236}">
                <a16:creationId xmlns:a16="http://schemas.microsoft.com/office/drawing/2014/main" id="{44700E2A-A5FB-4DA6-A287-A105FF3E2BDF}"/>
              </a:ext>
            </a:extLst>
          </p:cNvPr>
          <p:cNvSpPr/>
          <p:nvPr/>
        </p:nvSpPr>
        <p:spPr>
          <a:xfrm>
            <a:off x="2701447" y="833363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614D2F78-F384-4A64-865F-3C095FCB28B9}"/>
              </a:ext>
            </a:extLst>
          </p:cNvPr>
          <p:cNvSpPr/>
          <p:nvPr/>
        </p:nvSpPr>
        <p:spPr>
          <a:xfrm>
            <a:off x="2002477" y="1021905"/>
            <a:ext cx="211880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800" i="1" baseline="-40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77" name="Text 37">
            <a:extLst>
              <a:ext uri="{FF2B5EF4-FFF2-40B4-BE49-F238E27FC236}">
                <a16:creationId xmlns:a16="http://schemas.microsoft.com/office/drawing/2014/main" id="{616128CF-83DB-4AB9-8595-0786DCD23979}"/>
              </a:ext>
            </a:extLst>
          </p:cNvPr>
          <p:cNvSpPr/>
          <p:nvPr/>
        </p:nvSpPr>
        <p:spPr>
          <a:xfrm>
            <a:off x="2849674" y="1095060"/>
            <a:ext cx="217441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c̃</a:t>
            </a:r>
            <a:r>
              <a:rPr lang="en-US" sz="800" i="1" baseline="-40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79" name="Text 39">
            <a:extLst>
              <a:ext uri="{FF2B5EF4-FFF2-40B4-BE49-F238E27FC236}">
                <a16:creationId xmlns:a16="http://schemas.microsoft.com/office/drawing/2014/main" id="{BDAB64E7-366E-4191-A59D-9B8F2E4779A6}"/>
              </a:ext>
            </a:extLst>
          </p:cNvPr>
          <p:cNvSpPr/>
          <p:nvPr/>
        </p:nvSpPr>
        <p:spPr>
          <a:xfrm>
            <a:off x="1255642" y="369721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80" name="Text 40">
            <a:extLst>
              <a:ext uri="{FF2B5EF4-FFF2-40B4-BE49-F238E27FC236}">
                <a16:creationId xmlns:a16="http://schemas.microsoft.com/office/drawing/2014/main" id="{D61293F9-7B69-4C8F-8BC5-1B006B6BD78F}"/>
              </a:ext>
            </a:extLst>
          </p:cNvPr>
          <p:cNvSpPr/>
          <p:nvPr/>
        </p:nvSpPr>
        <p:spPr>
          <a:xfrm>
            <a:off x="2701447" y="369721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281" name="Shape 41">
            <a:extLst>
              <a:ext uri="{FF2B5EF4-FFF2-40B4-BE49-F238E27FC236}">
                <a16:creationId xmlns:a16="http://schemas.microsoft.com/office/drawing/2014/main" id="{DB810E3B-C6C3-4EF9-A109-046C0E503F5D}"/>
              </a:ext>
            </a:extLst>
          </p:cNvPr>
          <p:cNvSpPr/>
          <p:nvPr/>
        </p:nvSpPr>
        <p:spPr>
          <a:xfrm>
            <a:off x="4366678" y="464442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83" name="Text 43">
            <a:extLst>
              <a:ext uri="{FF2B5EF4-FFF2-40B4-BE49-F238E27FC236}">
                <a16:creationId xmlns:a16="http://schemas.microsoft.com/office/drawing/2014/main" id="{428863D6-7EBC-4418-AF23-8E8CE39990DE}"/>
              </a:ext>
            </a:extLst>
          </p:cNvPr>
          <p:cNvSpPr/>
          <p:nvPr/>
        </p:nvSpPr>
        <p:spPr>
          <a:xfrm>
            <a:off x="4242042" y="779847"/>
            <a:ext cx="319068" cy="31906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tanh</a:t>
            </a:r>
            <a:endParaRPr lang="en-US" sz="700" dirty="0"/>
          </a:p>
        </p:txBody>
      </p:sp>
      <p:sp>
        <p:nvSpPr>
          <p:cNvPr id="285" name="Text 45">
            <a:extLst>
              <a:ext uri="{FF2B5EF4-FFF2-40B4-BE49-F238E27FC236}">
                <a16:creationId xmlns:a16="http://schemas.microsoft.com/office/drawing/2014/main" id="{86AFDE17-CFA6-40FB-98FF-38354208076C}"/>
              </a:ext>
            </a:extLst>
          </p:cNvPr>
          <p:cNvSpPr/>
          <p:nvPr/>
        </p:nvSpPr>
        <p:spPr>
          <a:xfrm>
            <a:off x="4271959" y="1381760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87" name="Text 47">
            <a:extLst>
              <a:ext uri="{FF2B5EF4-FFF2-40B4-BE49-F238E27FC236}">
                <a16:creationId xmlns:a16="http://schemas.microsoft.com/office/drawing/2014/main" id="{642966E1-4480-41BE-9745-769E69628E06}"/>
              </a:ext>
            </a:extLst>
          </p:cNvPr>
          <p:cNvSpPr/>
          <p:nvPr/>
        </p:nvSpPr>
        <p:spPr>
          <a:xfrm>
            <a:off x="3991586" y="1221008"/>
            <a:ext cx="179461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1DA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800" i="1" baseline="-40000" dirty="0">
                <a:solidFill>
                  <a:srgbClr val="1DA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1DAF93"/>
              </a:solidFill>
            </a:endParaRPr>
          </a:p>
        </p:txBody>
      </p:sp>
      <p:sp>
        <p:nvSpPr>
          <p:cNvPr id="289" name="Text 49">
            <a:extLst>
              <a:ext uri="{FF2B5EF4-FFF2-40B4-BE49-F238E27FC236}">
                <a16:creationId xmlns:a16="http://schemas.microsoft.com/office/drawing/2014/main" id="{FE48DF93-97A1-40BF-99A8-12A719FFE900}"/>
              </a:ext>
            </a:extLst>
          </p:cNvPr>
          <p:cNvSpPr/>
          <p:nvPr/>
        </p:nvSpPr>
        <p:spPr>
          <a:xfrm>
            <a:off x="5488645" y="1254322"/>
            <a:ext cx="114660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800" i="1" baseline="-40000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F09252"/>
              </a:solidFill>
            </a:endParaRPr>
          </a:p>
        </p:txBody>
      </p:sp>
      <p:sp>
        <p:nvSpPr>
          <p:cNvPr id="299" name="Shape 8">
            <a:extLst>
              <a:ext uri="{FF2B5EF4-FFF2-40B4-BE49-F238E27FC236}">
                <a16:creationId xmlns:a16="http://schemas.microsoft.com/office/drawing/2014/main" id="{B82530B6-4D5F-483D-AFDF-64563678B2BA}"/>
              </a:ext>
            </a:extLst>
          </p:cNvPr>
          <p:cNvSpPr/>
          <p:nvPr/>
        </p:nvSpPr>
        <p:spPr>
          <a:xfrm>
            <a:off x="2831745" y="2309047"/>
            <a:ext cx="797568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none"/>
          </a:ln>
        </p:spPr>
      </p:sp>
      <p:sp>
        <p:nvSpPr>
          <p:cNvPr id="264" name="Shape 24">
            <a:extLst>
              <a:ext uri="{FF2B5EF4-FFF2-40B4-BE49-F238E27FC236}">
                <a16:creationId xmlns:a16="http://schemas.microsoft.com/office/drawing/2014/main" id="{144F8767-43E3-44D0-8011-4A1BC843831D}"/>
              </a:ext>
            </a:extLst>
          </p:cNvPr>
          <p:cNvSpPr/>
          <p:nvPr/>
        </p:nvSpPr>
        <p:spPr>
          <a:xfrm>
            <a:off x="3593915" y="2274149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62" name="Shape 22">
            <a:extLst>
              <a:ext uri="{FF2B5EF4-FFF2-40B4-BE49-F238E27FC236}">
                <a16:creationId xmlns:a16="http://schemas.microsoft.com/office/drawing/2014/main" id="{BA98232A-4734-4288-86D3-709140608439}"/>
              </a:ext>
            </a:extLst>
          </p:cNvPr>
          <p:cNvSpPr/>
          <p:nvPr/>
        </p:nvSpPr>
        <p:spPr>
          <a:xfrm>
            <a:off x="2796166" y="2274149"/>
            <a:ext cx="69796" cy="69796"/>
          </a:xfrm>
          <a:prstGeom prst="ellipse">
            <a:avLst/>
          </a:prstGeom>
          <a:solidFill>
            <a:srgbClr val="C9C9C9"/>
          </a:solidFill>
          <a:ln w="3175">
            <a:solidFill>
              <a:srgbClr val="C9C9C9"/>
            </a:solidFill>
            <a:prstDash val="solid"/>
          </a:ln>
        </p:spPr>
      </p:sp>
      <p:sp>
        <p:nvSpPr>
          <p:cNvPr id="303" name="CaixaDeTexto 302">
            <a:extLst>
              <a:ext uri="{FF2B5EF4-FFF2-40B4-BE49-F238E27FC236}">
                <a16:creationId xmlns:a16="http://schemas.microsoft.com/office/drawing/2014/main" id="{04853A0F-F456-449B-BB41-D91E8C803F6F}"/>
              </a:ext>
            </a:extLst>
          </p:cNvPr>
          <p:cNvSpPr txBox="1"/>
          <p:nvPr/>
        </p:nvSpPr>
        <p:spPr>
          <a:xfrm>
            <a:off x="446571" y="2111748"/>
            <a:ext cx="569390" cy="162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pt-BR" sz="700" i="1" dirty="0">
                <a:solidFill>
                  <a:srgbClr val="F7C5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empilhamento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BD818FF-3158-400D-A82C-A082A6B3E7A8}"/>
              </a:ext>
            </a:extLst>
          </p:cNvPr>
          <p:cNvCxnSpPr>
            <a:cxnSpLocks/>
            <a:stCxn id="272" idx="0"/>
            <a:endCxn id="280" idx="4"/>
          </p:cNvCxnSpPr>
          <p:nvPr/>
        </p:nvCxnSpPr>
        <p:spPr>
          <a:xfrm flipV="1">
            <a:off x="2831067" y="628964"/>
            <a:ext cx="0" cy="204399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AF0B218-85C7-41C3-87D9-CDE97020E63D}"/>
              </a:ext>
            </a:extLst>
          </p:cNvPr>
          <p:cNvCxnSpPr>
            <a:cxnSpLocks/>
            <a:stCxn id="254" idx="0"/>
            <a:endCxn id="279" idx="4"/>
          </p:cNvCxnSpPr>
          <p:nvPr/>
        </p:nvCxnSpPr>
        <p:spPr>
          <a:xfrm flipH="1" flipV="1">
            <a:off x="1385263" y="628964"/>
            <a:ext cx="10" cy="682999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6AF8310-096C-4828-AF5D-479B68E5AAFA}"/>
              </a:ext>
            </a:extLst>
          </p:cNvPr>
          <p:cNvCxnSpPr>
            <a:cxnSpLocks/>
            <a:stCxn id="256" idx="0"/>
            <a:endCxn id="272" idx="4"/>
          </p:cNvCxnSpPr>
          <p:nvPr/>
        </p:nvCxnSpPr>
        <p:spPr>
          <a:xfrm flipH="1" flipV="1">
            <a:off x="2831068" y="1092606"/>
            <a:ext cx="10" cy="219357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CD0522E3-466A-418C-84FA-08D930D5F349}"/>
              </a:ext>
            </a:extLst>
          </p:cNvPr>
          <p:cNvCxnSpPr>
            <a:cxnSpLocks/>
            <a:stCxn id="257" idx="3"/>
            <a:endCxn id="285" idx="2"/>
          </p:cNvCxnSpPr>
          <p:nvPr/>
        </p:nvCxnSpPr>
        <p:spPr>
          <a:xfrm>
            <a:off x="3878102" y="1511379"/>
            <a:ext cx="393857" cy="2"/>
          </a:xfrm>
          <a:prstGeom prst="straightConnector1">
            <a:avLst/>
          </a:prstGeom>
          <a:noFill/>
          <a:ln w="19050">
            <a:solidFill>
              <a:srgbClr val="1DAF93"/>
            </a:solidFill>
            <a:prstDash val="solid"/>
            <a:tailEnd type="triangle"/>
          </a:ln>
        </p:spPr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CF848B2F-3B40-4604-A5E4-FE5D9C9C8073}"/>
              </a:ext>
            </a:extLst>
          </p:cNvPr>
          <p:cNvCxnSpPr>
            <a:stCxn id="255" idx="0"/>
            <a:endCxn id="272" idx="2"/>
          </p:cNvCxnSpPr>
          <p:nvPr/>
        </p:nvCxnSpPr>
        <p:spPr>
          <a:xfrm rot="5400000" flipH="1" flipV="1">
            <a:off x="2267715" y="878231"/>
            <a:ext cx="348978" cy="518484"/>
          </a:xfrm>
          <a:prstGeom prst="bentConnector2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8BA2684-577E-4D15-8550-0A173A2ED326}"/>
                  </a:ext>
                </a:extLst>
              </p:cNvPr>
              <p:cNvSpPr txBox="1"/>
              <p:nvPr/>
            </p:nvSpPr>
            <p:spPr>
              <a:xfrm>
                <a:off x="4354157" y="1839036"/>
                <a:ext cx="95135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h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pt-BR" sz="800" i="1" dirty="0">
                          <a:solidFill>
                            <a:srgbClr val="F09252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</m:t>
                      </m:r>
                      <m:sSub>
                        <m:sSubPr>
                          <m:ctrlP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𝑜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pt-BR" sz="800" i="1" dirty="0">
                          <a:solidFill>
                            <a:srgbClr val="F0925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⋅</m:t>
                      </m:r>
                      <m:func>
                        <m:funcPr>
                          <m:ctrlPr>
                            <a:rPr lang="pt-BR" sz="800" i="1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800" dirty="0">
                              <a:solidFill>
                                <a:srgbClr val="F0925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tanh</m:t>
                          </m:r>
                        </m:fName>
                        <m:e>
                          <m:sSub>
                            <m:sSubPr>
                              <m:ctrlPr>
                                <a:rPr lang="pt-BR" sz="800" i="1" dirty="0">
                                  <a:solidFill>
                                    <a:srgbClr val="F0925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pt-BR" sz="800" i="1" dirty="0">
                                  <a:solidFill>
                                    <a:srgbClr val="F0925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-12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800" i="1" dirty="0">
                                  <a:solidFill>
                                    <a:srgbClr val="F0925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800" dirty="0">
                  <a:solidFill>
                    <a:srgbClr val="F09252"/>
                  </a:solidFill>
                </a:endParaRPr>
              </a:p>
            </p:txBody>
          </p:sp>
        </mc:Choice>
        <mc:Fallback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8BA2684-577E-4D15-8550-0A173A2ED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7" y="1839036"/>
                <a:ext cx="951359" cy="2154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 7">
            <a:extLst>
              <a:ext uri="{FF2B5EF4-FFF2-40B4-BE49-F238E27FC236}">
                <a16:creationId xmlns:a16="http://schemas.microsoft.com/office/drawing/2014/main" id="{02BE60E5-3A26-431B-BEEB-E598B9657B69}"/>
              </a:ext>
            </a:extLst>
          </p:cNvPr>
          <p:cNvSpPr/>
          <p:nvPr/>
        </p:nvSpPr>
        <p:spPr>
          <a:xfrm>
            <a:off x="4560720" y="819656"/>
            <a:ext cx="624041" cy="23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normalização</a:t>
            </a:r>
            <a:endParaRPr lang="en-US" sz="70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E49B0CD5-2F9C-4683-9634-1156DB9956A2}"/>
              </a:ext>
            </a:extLst>
          </p:cNvPr>
          <p:cNvSpPr/>
          <p:nvPr/>
        </p:nvSpPr>
        <p:spPr>
          <a:xfrm>
            <a:off x="3196733" y="1142018"/>
            <a:ext cx="852521" cy="147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1DA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mostrar</a:t>
            </a:r>
            <a:endParaRPr lang="en-US" sz="800" i="1" dirty="0">
              <a:solidFill>
                <a:srgbClr val="1DAF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958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45</Words>
  <Application>Microsoft Office PowerPoint</Application>
  <PresentationFormat>Personalizar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52</cp:revision>
  <dcterms:created xsi:type="dcterms:W3CDTF">2026-06-10T11:35:28Z</dcterms:created>
  <dcterms:modified xsi:type="dcterms:W3CDTF">2026-06-15T12:09:20Z</dcterms:modified>
</cp:coreProperties>
</file>