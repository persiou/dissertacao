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264275" cy="1800225"/>
  <p:notesSz cx="6858000" cy="9144000"/>
  <p:defaultTextStyle>
    <a:defPPr>
      <a:defRPr lang="pt-BR"/>
    </a:defPPr>
    <a:lvl1pPr marL="0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1pPr>
    <a:lvl2pPr marL="322314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2pPr>
    <a:lvl3pPr marL="644631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3pPr>
    <a:lvl4pPr marL="966945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4pPr>
    <a:lvl5pPr marL="1289262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5pPr>
    <a:lvl6pPr marL="1611576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6pPr>
    <a:lvl7pPr marL="1933891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7pPr>
    <a:lvl8pPr marL="2256207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8pPr>
    <a:lvl9pPr marL="2578521" algn="l" defTabSz="644631" rtl="0" eaLnBrk="1" latinLnBrk="0" hangingPunct="1">
      <a:defRPr sz="12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B39D"/>
    <a:srgbClr val="DE0000"/>
    <a:srgbClr val="FF0909"/>
    <a:srgbClr val="69A36A"/>
    <a:srgbClr val="92BC93"/>
    <a:srgbClr val="73B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5" autoAdjust="0"/>
    <p:restoredTop sz="94660"/>
  </p:normalViewPr>
  <p:slideViewPr>
    <p:cSldViewPr snapToGrid="0">
      <p:cViewPr>
        <p:scale>
          <a:sx n="125" d="100"/>
          <a:sy n="125" d="100"/>
        </p:scale>
        <p:origin x="2616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02454-A6AF-4DDA-BB0E-1DCB9483E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047" y="294623"/>
            <a:ext cx="4698206" cy="626747"/>
          </a:xfrm>
        </p:spPr>
        <p:txBody>
          <a:bodyPr anchor="b"/>
          <a:lstStyle>
            <a:lvl1pPr algn="ctr">
              <a:defRPr sz="8592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2DF839-5988-4A97-9C6D-F13BE3CDB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3047" y="945546"/>
            <a:ext cx="4698206" cy="434638"/>
          </a:xfrm>
        </p:spPr>
        <p:txBody>
          <a:bodyPr/>
          <a:lstStyle>
            <a:lvl1pPr marL="0" indent="0" algn="ctr">
              <a:buNone/>
              <a:defRPr sz="3436"/>
            </a:lvl1pPr>
            <a:lvl2pPr marL="654662" indent="0" algn="ctr">
              <a:buNone/>
              <a:defRPr sz="2865"/>
            </a:lvl2pPr>
            <a:lvl3pPr marL="1309326" indent="0" algn="ctr">
              <a:buNone/>
              <a:defRPr sz="2578"/>
            </a:lvl3pPr>
            <a:lvl4pPr marL="1963988" indent="0" algn="ctr">
              <a:buNone/>
              <a:defRPr sz="2291"/>
            </a:lvl4pPr>
            <a:lvl5pPr marL="2618650" indent="0" algn="ctr">
              <a:buNone/>
              <a:defRPr sz="2291"/>
            </a:lvl5pPr>
            <a:lvl6pPr marL="3273314" indent="0" algn="ctr">
              <a:buNone/>
              <a:defRPr sz="2291"/>
            </a:lvl6pPr>
            <a:lvl7pPr marL="3927976" indent="0" algn="ctr">
              <a:buNone/>
              <a:defRPr sz="2291"/>
            </a:lvl7pPr>
            <a:lvl8pPr marL="4582640" indent="0" algn="ctr">
              <a:buNone/>
              <a:defRPr sz="2291"/>
            </a:lvl8pPr>
            <a:lvl9pPr marL="5237303" indent="0" algn="ctr">
              <a:buNone/>
              <a:defRPr sz="2291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DF32DF-FAE3-41AE-BCCF-465FC93A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F21412-7D95-4DB2-9003-16713FAF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B23A9C-23C1-4035-8988-461D5A96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65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59EE-0D10-4A41-83FC-8B43198F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52BE14-571A-4EEC-9B4A-BE401FBE7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53025-6AC2-4F79-9B25-9DFD95AC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7EEF5D-E25C-4F26-9505-F3B3A7DD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579079-10B0-4925-80B5-9A0C3A90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6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0841B-A3D3-42F0-84AD-4FE978A6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6" y="448818"/>
            <a:ext cx="5402937" cy="748842"/>
          </a:xfrm>
        </p:spPr>
        <p:txBody>
          <a:bodyPr anchor="b"/>
          <a:lstStyle>
            <a:lvl1pPr>
              <a:defRPr sz="8592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EFBC8B-BC87-4CAD-B637-CAFAA9FCA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7416" y="1204749"/>
            <a:ext cx="5402937" cy="393800"/>
          </a:xfrm>
        </p:spPr>
        <p:txBody>
          <a:bodyPr/>
          <a:lstStyle>
            <a:lvl1pPr marL="0" indent="0">
              <a:buNone/>
              <a:defRPr sz="3436">
                <a:solidFill>
                  <a:schemeClr val="tx1">
                    <a:tint val="75000"/>
                  </a:schemeClr>
                </a:solidFill>
              </a:defRPr>
            </a:lvl1pPr>
            <a:lvl2pPr marL="654662" indent="0">
              <a:buNone/>
              <a:defRPr sz="2865">
                <a:solidFill>
                  <a:schemeClr val="tx1">
                    <a:tint val="75000"/>
                  </a:schemeClr>
                </a:solidFill>
              </a:defRPr>
            </a:lvl2pPr>
            <a:lvl3pPr marL="1309326" indent="0">
              <a:buNone/>
              <a:defRPr sz="2578">
                <a:solidFill>
                  <a:schemeClr val="tx1">
                    <a:tint val="75000"/>
                  </a:schemeClr>
                </a:solidFill>
              </a:defRPr>
            </a:lvl3pPr>
            <a:lvl4pPr marL="1963988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4pPr>
            <a:lvl5pPr marL="2618650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5pPr>
            <a:lvl6pPr marL="3273314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6pPr>
            <a:lvl7pPr marL="3927976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7pPr>
            <a:lvl8pPr marL="4582640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8pPr>
            <a:lvl9pPr marL="5237303" indent="0">
              <a:buNone/>
              <a:defRPr sz="2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CEDF5F-F307-4A55-9232-E2F90DFB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DEB419-18E6-4CAD-B1FF-7D929F88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11443B-0843-4ABB-AC3C-C7F1A97F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8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EBCB9-A597-4530-812A-E8E8839C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2F105B-88A6-4576-82BE-10B2CB37C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0678" y="479235"/>
            <a:ext cx="2662317" cy="1142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979B83-6491-40C7-B409-E42B9B9D5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1302" y="479235"/>
            <a:ext cx="2662317" cy="1142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FA4B4D-6EBF-483F-B1EB-560FD1F2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8472E9-552A-47DE-A23B-CE4813A9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50CB9-1367-47C8-9DD8-47B6A084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96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058B9-2E82-45A7-B521-289D23BB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89" y="95850"/>
            <a:ext cx="5402937" cy="3479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7C53AC-E8F4-4178-87C6-0A681D03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492" y="441308"/>
            <a:ext cx="2650081" cy="216278"/>
          </a:xfrm>
        </p:spPr>
        <p:txBody>
          <a:bodyPr anchor="b"/>
          <a:lstStyle>
            <a:lvl1pPr marL="0" indent="0">
              <a:buNone/>
              <a:defRPr sz="3436" b="1"/>
            </a:lvl1pPr>
            <a:lvl2pPr marL="654662" indent="0">
              <a:buNone/>
              <a:defRPr sz="2865" b="1"/>
            </a:lvl2pPr>
            <a:lvl3pPr marL="1309326" indent="0">
              <a:buNone/>
              <a:defRPr sz="2578" b="1"/>
            </a:lvl3pPr>
            <a:lvl4pPr marL="1963988" indent="0">
              <a:buNone/>
              <a:defRPr sz="2291" b="1"/>
            </a:lvl4pPr>
            <a:lvl5pPr marL="2618650" indent="0">
              <a:buNone/>
              <a:defRPr sz="2291" b="1"/>
            </a:lvl5pPr>
            <a:lvl6pPr marL="3273314" indent="0">
              <a:buNone/>
              <a:defRPr sz="2291" b="1"/>
            </a:lvl6pPr>
            <a:lvl7pPr marL="3927976" indent="0">
              <a:buNone/>
              <a:defRPr sz="2291" b="1"/>
            </a:lvl7pPr>
            <a:lvl8pPr marL="4582640" indent="0">
              <a:buNone/>
              <a:defRPr sz="2291" b="1"/>
            </a:lvl8pPr>
            <a:lvl9pPr marL="5237303" indent="0">
              <a:buNone/>
              <a:defRPr sz="229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5012F6-7148-4BB9-9658-C5CE02095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492" y="657595"/>
            <a:ext cx="2650081" cy="9672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9B8E99-BD56-420A-8717-20B686579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71300" y="441308"/>
            <a:ext cx="2663133" cy="216278"/>
          </a:xfrm>
        </p:spPr>
        <p:txBody>
          <a:bodyPr anchor="b"/>
          <a:lstStyle>
            <a:lvl1pPr marL="0" indent="0">
              <a:buNone/>
              <a:defRPr sz="3436" b="1"/>
            </a:lvl1pPr>
            <a:lvl2pPr marL="654662" indent="0">
              <a:buNone/>
              <a:defRPr sz="2865" b="1"/>
            </a:lvl2pPr>
            <a:lvl3pPr marL="1309326" indent="0">
              <a:buNone/>
              <a:defRPr sz="2578" b="1"/>
            </a:lvl3pPr>
            <a:lvl4pPr marL="1963988" indent="0">
              <a:buNone/>
              <a:defRPr sz="2291" b="1"/>
            </a:lvl4pPr>
            <a:lvl5pPr marL="2618650" indent="0">
              <a:buNone/>
              <a:defRPr sz="2291" b="1"/>
            </a:lvl5pPr>
            <a:lvl6pPr marL="3273314" indent="0">
              <a:buNone/>
              <a:defRPr sz="2291" b="1"/>
            </a:lvl6pPr>
            <a:lvl7pPr marL="3927976" indent="0">
              <a:buNone/>
              <a:defRPr sz="2291" b="1"/>
            </a:lvl7pPr>
            <a:lvl8pPr marL="4582640" indent="0">
              <a:buNone/>
              <a:defRPr sz="2291" b="1"/>
            </a:lvl8pPr>
            <a:lvl9pPr marL="5237303" indent="0">
              <a:buNone/>
              <a:defRPr sz="229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BED7D9-1943-4C45-A1BC-512AE97EA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71300" y="657595"/>
            <a:ext cx="2663133" cy="9672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0276C90-9A9F-48EF-95A6-8A20A831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6846DAE-1987-45C6-8C7D-AD7E3AFA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8F8684-DAE3-4C67-9FF7-ECC43A65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83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5C421-1B1A-4927-B629-BA88E74E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164610-915D-4B7B-B543-64FA7147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B4EA57-FC8D-4F07-8C1C-A245B328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80ED2A-5FA0-4104-8C91-E32E8C03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65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C201E1-A5DF-4FE5-B087-65951494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1DDCFB-76C2-4276-A148-6064547D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E20AB6-AAC3-480A-A2EF-1D93A1B8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6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3F90D-3ACA-4D7C-BA01-00103504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10" y="120026"/>
            <a:ext cx="2020391" cy="420054"/>
          </a:xfrm>
        </p:spPr>
        <p:txBody>
          <a:bodyPr anchor="b"/>
          <a:lstStyle>
            <a:lvl1pPr>
              <a:defRPr sz="4582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09DB77-95F9-4673-9A09-34E9C3BB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158" y="259202"/>
            <a:ext cx="3171289" cy="1279325"/>
          </a:xfrm>
        </p:spPr>
        <p:txBody>
          <a:bodyPr/>
          <a:lstStyle>
            <a:lvl1pPr>
              <a:defRPr sz="4582"/>
            </a:lvl1pPr>
            <a:lvl2pPr>
              <a:defRPr sz="4010"/>
            </a:lvl2pPr>
            <a:lvl3pPr>
              <a:defRPr sz="3436"/>
            </a:lvl3pPr>
            <a:lvl4pPr>
              <a:defRPr sz="2865"/>
            </a:lvl4pPr>
            <a:lvl5pPr>
              <a:defRPr sz="2865"/>
            </a:lvl5pPr>
            <a:lvl6pPr>
              <a:defRPr sz="2865"/>
            </a:lvl6pPr>
            <a:lvl7pPr>
              <a:defRPr sz="2865"/>
            </a:lvl7pPr>
            <a:lvl8pPr>
              <a:defRPr sz="2865"/>
            </a:lvl8pPr>
            <a:lvl9pPr>
              <a:defRPr sz="286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5EB428-3A77-40A0-88E4-641EF2BBA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1510" y="540075"/>
            <a:ext cx="2020391" cy="1000541"/>
          </a:xfrm>
        </p:spPr>
        <p:txBody>
          <a:bodyPr/>
          <a:lstStyle>
            <a:lvl1pPr marL="0" indent="0">
              <a:buNone/>
              <a:defRPr sz="2291"/>
            </a:lvl1pPr>
            <a:lvl2pPr marL="654662" indent="0">
              <a:buNone/>
              <a:defRPr sz="2004"/>
            </a:lvl2pPr>
            <a:lvl3pPr marL="1309326" indent="0">
              <a:buNone/>
              <a:defRPr sz="1719"/>
            </a:lvl3pPr>
            <a:lvl4pPr marL="1963988" indent="0">
              <a:buNone/>
              <a:defRPr sz="1432"/>
            </a:lvl4pPr>
            <a:lvl5pPr marL="2618650" indent="0">
              <a:buNone/>
              <a:defRPr sz="1432"/>
            </a:lvl5pPr>
            <a:lvl6pPr marL="3273314" indent="0">
              <a:buNone/>
              <a:defRPr sz="1432"/>
            </a:lvl6pPr>
            <a:lvl7pPr marL="3927976" indent="0">
              <a:buNone/>
              <a:defRPr sz="1432"/>
            </a:lvl7pPr>
            <a:lvl8pPr marL="4582640" indent="0">
              <a:buNone/>
              <a:defRPr sz="1432"/>
            </a:lvl8pPr>
            <a:lvl9pPr marL="5237303" indent="0">
              <a:buNone/>
              <a:defRPr sz="143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DA8721-2038-4E7C-984F-00B290D8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83BF8F-8CF1-4475-9FC4-1BBF3531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15EB08-FA5F-487F-B3A2-05881C02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62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40136-78C1-4381-9311-8F39882A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10" y="120026"/>
            <a:ext cx="2020391" cy="420054"/>
          </a:xfrm>
        </p:spPr>
        <p:txBody>
          <a:bodyPr anchor="b"/>
          <a:lstStyle>
            <a:lvl1pPr>
              <a:defRPr sz="4582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FAA822-8212-429E-B7CE-AB4C5DA3D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63158" y="259202"/>
            <a:ext cx="3171289" cy="1279325"/>
          </a:xfrm>
        </p:spPr>
        <p:txBody>
          <a:bodyPr/>
          <a:lstStyle>
            <a:lvl1pPr marL="0" indent="0">
              <a:buNone/>
              <a:defRPr sz="4582"/>
            </a:lvl1pPr>
            <a:lvl2pPr marL="654662" indent="0">
              <a:buNone/>
              <a:defRPr sz="4010"/>
            </a:lvl2pPr>
            <a:lvl3pPr marL="1309326" indent="0">
              <a:buNone/>
              <a:defRPr sz="3436"/>
            </a:lvl3pPr>
            <a:lvl4pPr marL="1963988" indent="0">
              <a:buNone/>
              <a:defRPr sz="2865"/>
            </a:lvl4pPr>
            <a:lvl5pPr marL="2618650" indent="0">
              <a:buNone/>
              <a:defRPr sz="2865"/>
            </a:lvl5pPr>
            <a:lvl6pPr marL="3273314" indent="0">
              <a:buNone/>
              <a:defRPr sz="2865"/>
            </a:lvl6pPr>
            <a:lvl7pPr marL="3927976" indent="0">
              <a:buNone/>
              <a:defRPr sz="2865"/>
            </a:lvl7pPr>
            <a:lvl8pPr marL="4582640" indent="0">
              <a:buNone/>
              <a:defRPr sz="2865"/>
            </a:lvl8pPr>
            <a:lvl9pPr marL="5237303" indent="0">
              <a:buNone/>
              <a:defRPr sz="286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02659-9392-4565-8C28-22B1148B9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1510" y="540075"/>
            <a:ext cx="2020391" cy="1000541"/>
          </a:xfrm>
        </p:spPr>
        <p:txBody>
          <a:bodyPr/>
          <a:lstStyle>
            <a:lvl1pPr marL="0" indent="0">
              <a:buNone/>
              <a:defRPr sz="2291"/>
            </a:lvl1pPr>
            <a:lvl2pPr marL="654662" indent="0">
              <a:buNone/>
              <a:defRPr sz="2004"/>
            </a:lvl2pPr>
            <a:lvl3pPr marL="1309326" indent="0">
              <a:buNone/>
              <a:defRPr sz="1719"/>
            </a:lvl3pPr>
            <a:lvl4pPr marL="1963988" indent="0">
              <a:buNone/>
              <a:defRPr sz="1432"/>
            </a:lvl4pPr>
            <a:lvl5pPr marL="2618650" indent="0">
              <a:buNone/>
              <a:defRPr sz="1432"/>
            </a:lvl5pPr>
            <a:lvl6pPr marL="3273314" indent="0">
              <a:buNone/>
              <a:defRPr sz="1432"/>
            </a:lvl6pPr>
            <a:lvl7pPr marL="3927976" indent="0">
              <a:buNone/>
              <a:defRPr sz="1432"/>
            </a:lvl7pPr>
            <a:lvl8pPr marL="4582640" indent="0">
              <a:buNone/>
              <a:defRPr sz="1432"/>
            </a:lvl8pPr>
            <a:lvl9pPr marL="5237303" indent="0">
              <a:buNone/>
              <a:defRPr sz="143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44AEEE-7DAB-40FD-B185-7DE0B007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4582E7-423B-4D49-9DE1-C1F0C492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D470B4-A383-4915-8D19-CB1E3A80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99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C6075-E8E9-42C8-8A27-03E69867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0CE4E4-4755-43AD-8AC5-1676877AC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BA3816-CF6B-4C0C-AE78-B3C432F8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89393-8339-4FF9-BDD0-6769CDE0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1EDDEC-F2E7-487C-837D-084B8782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61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B4E661-6F20-4178-899A-CADDEE8F2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482889" y="95859"/>
            <a:ext cx="1350735" cy="152560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5EE974-3105-4A83-BE15-A9BB8DA5A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0680" y="95859"/>
            <a:ext cx="3973901" cy="152560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D021A6-6987-44E9-8682-AB8A1DFC7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30A79D-665B-4431-A40F-56483F4F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EBFAC-11F8-4E63-8EE8-74125DA1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0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E1B2DD-BA6F-4218-96E2-10EEB30D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6" y="95850"/>
            <a:ext cx="5402937" cy="347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FDBF67-CADF-43D2-952E-74E7C668F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676" y="479235"/>
            <a:ext cx="5402937" cy="114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59957C-1099-4DAD-9533-EE451417D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0682" y="1668552"/>
            <a:ext cx="140946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94E00-3555-45B3-AAE3-6B3B4533FE1A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32B5E0-C8CA-4CC3-B913-16EC54EDA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5052" y="1668552"/>
            <a:ext cx="211419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4C97C-9F00-497B-8492-24F20405F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4158" y="1668552"/>
            <a:ext cx="140946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0E8C9-5FE2-4349-AFEB-A5474DF68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46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09326" rtl="0" eaLnBrk="1" latinLnBrk="0" hangingPunct="1">
        <a:lnSpc>
          <a:spcPct val="90000"/>
        </a:lnSpc>
        <a:spcBef>
          <a:spcPct val="0"/>
        </a:spcBef>
        <a:buNone/>
        <a:defRPr sz="6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7332" indent="-327332" algn="l" defTabSz="1309326" rtl="0" eaLnBrk="1" latinLnBrk="0" hangingPunct="1">
        <a:lnSpc>
          <a:spcPct val="90000"/>
        </a:lnSpc>
        <a:spcBef>
          <a:spcPts val="1432"/>
        </a:spcBef>
        <a:buFont typeface="Arial" panose="020B0604020202020204" pitchFamily="34" charset="0"/>
        <a:buChar char="•"/>
        <a:defRPr sz="4010" kern="1200">
          <a:solidFill>
            <a:schemeClr val="tx1"/>
          </a:solidFill>
          <a:latin typeface="+mn-lt"/>
          <a:ea typeface="+mn-ea"/>
          <a:cs typeface="+mn-cs"/>
        </a:defRPr>
      </a:lvl1pPr>
      <a:lvl2pPr marL="981994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3436" kern="1200">
          <a:solidFill>
            <a:schemeClr val="tx1"/>
          </a:solidFill>
          <a:latin typeface="+mn-lt"/>
          <a:ea typeface="+mn-ea"/>
          <a:cs typeface="+mn-cs"/>
        </a:defRPr>
      </a:lvl2pPr>
      <a:lvl3pPr marL="1636656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865" kern="1200">
          <a:solidFill>
            <a:schemeClr val="tx1"/>
          </a:solidFill>
          <a:latin typeface="+mn-lt"/>
          <a:ea typeface="+mn-ea"/>
          <a:cs typeface="+mn-cs"/>
        </a:defRPr>
      </a:lvl3pPr>
      <a:lvl4pPr marL="2291320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4pPr>
      <a:lvl5pPr marL="2945982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5pPr>
      <a:lvl6pPr marL="3600644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6pPr>
      <a:lvl7pPr marL="4255308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7pPr>
      <a:lvl8pPr marL="4909971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8pPr>
      <a:lvl9pPr marL="5564635" indent="-327332" algn="l" defTabSz="1309326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5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1pPr>
      <a:lvl2pPr marL="654662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2pPr>
      <a:lvl3pPr marL="1309326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3pPr>
      <a:lvl4pPr marL="1963988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4pPr>
      <a:lvl5pPr marL="2618650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5pPr>
      <a:lvl6pPr marL="3273314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6pPr>
      <a:lvl7pPr marL="3927976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7pPr>
      <a:lvl8pPr marL="4582640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8pPr>
      <a:lvl9pPr marL="5237303" algn="l" defTabSz="1309326" rtl="0" eaLnBrk="1" latinLnBrk="0" hangingPunct="1">
        <a:defRPr sz="2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8FBECBF2-96DD-4072-9267-6BAE2D35072A}"/>
              </a:ext>
            </a:extLst>
          </p:cNvPr>
          <p:cNvSpPr>
            <a:spLocks/>
          </p:cNvSpPr>
          <p:nvPr/>
        </p:nvSpPr>
        <p:spPr>
          <a:xfrm>
            <a:off x="832169" y="1212363"/>
            <a:ext cx="3563346" cy="14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BC18E2B-4486-408B-AC2E-AF158507AA52}"/>
              </a:ext>
            </a:extLst>
          </p:cNvPr>
          <p:cNvSpPr>
            <a:spLocks/>
          </p:cNvSpPr>
          <p:nvPr/>
        </p:nvSpPr>
        <p:spPr>
          <a:xfrm>
            <a:off x="4398542" y="1212363"/>
            <a:ext cx="593891" cy="14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A170E43-6440-4E8A-A06B-DBC3963E0F98}"/>
              </a:ext>
            </a:extLst>
          </p:cNvPr>
          <p:cNvSpPr>
            <a:spLocks/>
          </p:cNvSpPr>
          <p:nvPr/>
        </p:nvSpPr>
        <p:spPr>
          <a:xfrm>
            <a:off x="162684" y="458407"/>
            <a:ext cx="5938909" cy="144000"/>
          </a:xfrm>
          <a:prstGeom prst="rect">
            <a:avLst/>
          </a:prstGeom>
          <a:solidFill>
            <a:srgbClr val="71B39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E54A7D81-F484-416C-A339-4FC70325DE0C}"/>
              </a:ext>
            </a:extLst>
          </p:cNvPr>
          <p:cNvCxnSpPr>
            <a:cxnSpLocks/>
          </p:cNvCxnSpPr>
          <p:nvPr/>
        </p:nvCxnSpPr>
        <p:spPr>
          <a:xfrm flipH="1">
            <a:off x="3725914" y="758524"/>
            <a:ext cx="17816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F01970B-3B98-46A4-9C7A-3C0DDC88FE02}"/>
              </a:ext>
            </a:extLst>
          </p:cNvPr>
          <p:cNvSpPr txBox="1"/>
          <p:nvPr/>
        </p:nvSpPr>
        <p:spPr>
          <a:xfrm>
            <a:off x="2046984" y="1451762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Treinamento</a:t>
            </a:r>
            <a:r>
              <a:rPr lang="pt-BR" sz="1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5C9C18C-57DC-469D-B63C-325C6628A745}"/>
              </a:ext>
            </a:extLst>
          </p:cNvPr>
          <p:cNvSpPr txBox="1"/>
          <p:nvPr/>
        </p:nvSpPr>
        <p:spPr>
          <a:xfrm>
            <a:off x="4299384" y="1451761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Validação</a:t>
            </a:r>
            <a:r>
              <a:rPr lang="pt-BR" sz="1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pt-BR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0FBB758B-97E5-434E-9CFD-53AAF4B579B1}"/>
              </a:ext>
            </a:extLst>
          </p:cNvPr>
          <p:cNvCxnSpPr>
            <a:cxnSpLocks/>
          </p:cNvCxnSpPr>
          <p:nvPr/>
        </p:nvCxnSpPr>
        <p:spPr>
          <a:xfrm>
            <a:off x="3724673" y="680807"/>
            <a:ext cx="0" cy="77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3A676F2-B11A-4B39-A9F1-70B67EEA00A3}"/>
              </a:ext>
            </a:extLst>
          </p:cNvPr>
          <p:cNvCxnSpPr>
            <a:cxnSpLocks/>
          </p:cNvCxnSpPr>
          <p:nvPr/>
        </p:nvCxnSpPr>
        <p:spPr>
          <a:xfrm>
            <a:off x="3724673" y="758131"/>
            <a:ext cx="0" cy="77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0D03E95-EAB2-494B-9C6A-77F9E1307383}"/>
              </a:ext>
            </a:extLst>
          </p:cNvPr>
          <p:cNvCxnSpPr>
            <a:cxnSpLocks/>
          </p:cNvCxnSpPr>
          <p:nvPr/>
        </p:nvCxnSpPr>
        <p:spPr>
          <a:xfrm>
            <a:off x="5507586" y="680807"/>
            <a:ext cx="0" cy="77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33137B8D-C282-49E3-A30E-B5CF66B7CFC0}"/>
              </a:ext>
            </a:extLst>
          </p:cNvPr>
          <p:cNvCxnSpPr>
            <a:cxnSpLocks/>
          </p:cNvCxnSpPr>
          <p:nvPr/>
        </p:nvCxnSpPr>
        <p:spPr>
          <a:xfrm>
            <a:off x="5507586" y="758131"/>
            <a:ext cx="0" cy="77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F7E805A-1EB8-48E0-8DE2-245D2A17CEF0}"/>
              </a:ext>
            </a:extLst>
          </p:cNvPr>
          <p:cNvSpPr txBox="1"/>
          <p:nvPr/>
        </p:nvSpPr>
        <p:spPr>
          <a:xfrm>
            <a:off x="4031674" y="735812"/>
            <a:ext cx="11689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Janela disponível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F7D1752-39A0-4AD4-9071-1DA020001C53}"/>
              </a:ext>
            </a:extLst>
          </p:cNvPr>
          <p:cNvSpPr txBox="1"/>
          <p:nvPr/>
        </p:nvSpPr>
        <p:spPr>
          <a:xfrm>
            <a:off x="1850211" y="102242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Série temporal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E4B611BA-5003-45CB-B017-2A304B11E2AB}"/>
              </a:ext>
            </a:extLst>
          </p:cNvPr>
          <p:cNvCxnSpPr>
            <a:cxnSpLocks/>
          </p:cNvCxnSpPr>
          <p:nvPr/>
        </p:nvCxnSpPr>
        <p:spPr>
          <a:xfrm>
            <a:off x="4466007" y="374527"/>
            <a:ext cx="0" cy="30929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3876157-C1F6-4CDD-96B1-4A2C44C6862C}"/>
              </a:ext>
            </a:extLst>
          </p:cNvPr>
          <p:cNvSpPr txBox="1"/>
          <p:nvPr/>
        </p:nvSpPr>
        <p:spPr>
          <a:xfrm>
            <a:off x="4462802" y="211995"/>
            <a:ext cx="2551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14960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7</Words>
  <Application>Microsoft Office PowerPoint</Application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28</cp:revision>
  <dcterms:created xsi:type="dcterms:W3CDTF">2026-04-07T11:25:44Z</dcterms:created>
  <dcterms:modified xsi:type="dcterms:W3CDTF">2026-06-19T12:35:02Z</dcterms:modified>
</cp:coreProperties>
</file>