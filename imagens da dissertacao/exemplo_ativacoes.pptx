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5040313" cy="1800225"/>
  <p:notesSz cx="6858000" cy="9144000"/>
  <p:defaultTextStyle>
    <a:defPPr>
      <a:defRPr lang="pt-BR"/>
    </a:defPPr>
    <a:lvl1pPr marL="0" algn="l" defTabSz="345643" rtl="0" eaLnBrk="1" latinLnBrk="0" hangingPunct="1">
      <a:defRPr sz="680" kern="1200">
        <a:solidFill>
          <a:schemeClr val="tx1"/>
        </a:solidFill>
        <a:latin typeface="+mn-lt"/>
        <a:ea typeface="+mn-ea"/>
        <a:cs typeface="+mn-cs"/>
      </a:defRPr>
    </a:lvl1pPr>
    <a:lvl2pPr marL="172822" algn="l" defTabSz="345643" rtl="0" eaLnBrk="1" latinLnBrk="0" hangingPunct="1">
      <a:defRPr sz="680" kern="1200">
        <a:solidFill>
          <a:schemeClr val="tx1"/>
        </a:solidFill>
        <a:latin typeface="+mn-lt"/>
        <a:ea typeface="+mn-ea"/>
        <a:cs typeface="+mn-cs"/>
      </a:defRPr>
    </a:lvl2pPr>
    <a:lvl3pPr marL="345643" algn="l" defTabSz="345643" rtl="0" eaLnBrk="1" latinLnBrk="0" hangingPunct="1">
      <a:defRPr sz="680" kern="1200">
        <a:solidFill>
          <a:schemeClr val="tx1"/>
        </a:solidFill>
        <a:latin typeface="+mn-lt"/>
        <a:ea typeface="+mn-ea"/>
        <a:cs typeface="+mn-cs"/>
      </a:defRPr>
    </a:lvl3pPr>
    <a:lvl4pPr marL="518465" algn="l" defTabSz="345643" rtl="0" eaLnBrk="1" latinLnBrk="0" hangingPunct="1">
      <a:defRPr sz="680" kern="1200">
        <a:solidFill>
          <a:schemeClr val="tx1"/>
        </a:solidFill>
        <a:latin typeface="+mn-lt"/>
        <a:ea typeface="+mn-ea"/>
        <a:cs typeface="+mn-cs"/>
      </a:defRPr>
    </a:lvl4pPr>
    <a:lvl5pPr marL="691286" algn="l" defTabSz="345643" rtl="0" eaLnBrk="1" latinLnBrk="0" hangingPunct="1">
      <a:defRPr sz="680" kern="1200">
        <a:solidFill>
          <a:schemeClr val="tx1"/>
        </a:solidFill>
        <a:latin typeface="+mn-lt"/>
        <a:ea typeface="+mn-ea"/>
        <a:cs typeface="+mn-cs"/>
      </a:defRPr>
    </a:lvl5pPr>
    <a:lvl6pPr marL="864108" algn="l" defTabSz="345643" rtl="0" eaLnBrk="1" latinLnBrk="0" hangingPunct="1">
      <a:defRPr sz="680" kern="1200">
        <a:solidFill>
          <a:schemeClr val="tx1"/>
        </a:solidFill>
        <a:latin typeface="+mn-lt"/>
        <a:ea typeface="+mn-ea"/>
        <a:cs typeface="+mn-cs"/>
      </a:defRPr>
    </a:lvl6pPr>
    <a:lvl7pPr marL="1036930" algn="l" defTabSz="345643" rtl="0" eaLnBrk="1" latinLnBrk="0" hangingPunct="1">
      <a:defRPr sz="680" kern="1200">
        <a:solidFill>
          <a:schemeClr val="tx1"/>
        </a:solidFill>
        <a:latin typeface="+mn-lt"/>
        <a:ea typeface="+mn-ea"/>
        <a:cs typeface="+mn-cs"/>
      </a:defRPr>
    </a:lvl7pPr>
    <a:lvl8pPr marL="1209751" algn="l" defTabSz="345643" rtl="0" eaLnBrk="1" latinLnBrk="0" hangingPunct="1">
      <a:defRPr sz="680" kern="1200">
        <a:solidFill>
          <a:schemeClr val="tx1"/>
        </a:solidFill>
        <a:latin typeface="+mn-lt"/>
        <a:ea typeface="+mn-ea"/>
        <a:cs typeface="+mn-cs"/>
      </a:defRPr>
    </a:lvl8pPr>
    <a:lvl9pPr marL="1382573" algn="l" defTabSz="345643" rtl="0" eaLnBrk="1" latinLnBrk="0" hangingPunct="1">
      <a:defRPr sz="68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EFC"/>
    <a:srgbClr val="FAFFFA"/>
    <a:srgbClr val="626262"/>
    <a:srgbClr val="FCFEFD"/>
    <a:srgbClr val="F8FEFC"/>
    <a:srgbClr val="0D7B51"/>
    <a:srgbClr val="12803C"/>
    <a:srgbClr val="179D4A"/>
    <a:srgbClr val="F5FDFA"/>
    <a:srgbClr val="B2D4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23" autoAdjust="0"/>
    <p:restoredTop sz="94660"/>
  </p:normalViewPr>
  <p:slideViewPr>
    <p:cSldViewPr snapToGrid="0">
      <p:cViewPr>
        <p:scale>
          <a:sx n="200" d="100"/>
          <a:sy n="200" d="100"/>
        </p:scale>
        <p:origin x="1674" y="13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94A7DE-E1D1-48AB-B31C-1AE080E6B9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039" y="294622"/>
            <a:ext cx="3780235" cy="626745"/>
          </a:xfrm>
        </p:spPr>
        <p:txBody>
          <a:bodyPr anchor="b"/>
          <a:lstStyle>
            <a:lvl1pPr algn="ctr">
              <a:defRPr sz="6598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5B6496-474E-4867-A704-ED5B7C11E6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039" y="945536"/>
            <a:ext cx="3780235" cy="434638"/>
          </a:xfrm>
        </p:spPr>
        <p:txBody>
          <a:bodyPr/>
          <a:lstStyle>
            <a:lvl1pPr marL="0" indent="0" algn="ctr">
              <a:buNone/>
              <a:defRPr sz="2639"/>
            </a:lvl1pPr>
            <a:lvl2pPr marL="502737" indent="0" algn="ctr">
              <a:buNone/>
              <a:defRPr sz="2199"/>
            </a:lvl2pPr>
            <a:lvl3pPr marL="1005474" indent="0" algn="ctr">
              <a:buNone/>
              <a:defRPr sz="1979"/>
            </a:lvl3pPr>
            <a:lvl4pPr marL="1508211" indent="0" algn="ctr">
              <a:buNone/>
              <a:defRPr sz="1759"/>
            </a:lvl4pPr>
            <a:lvl5pPr marL="2010948" indent="0" algn="ctr">
              <a:buNone/>
              <a:defRPr sz="1759"/>
            </a:lvl5pPr>
            <a:lvl6pPr marL="2513686" indent="0" algn="ctr">
              <a:buNone/>
              <a:defRPr sz="1759"/>
            </a:lvl6pPr>
            <a:lvl7pPr marL="3016423" indent="0" algn="ctr">
              <a:buNone/>
              <a:defRPr sz="1759"/>
            </a:lvl7pPr>
            <a:lvl8pPr marL="3519160" indent="0" algn="ctr">
              <a:buNone/>
              <a:defRPr sz="1759"/>
            </a:lvl8pPr>
            <a:lvl9pPr marL="4021897" indent="0" algn="ctr">
              <a:buNone/>
              <a:defRPr sz="1759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F56D291-6EAE-4BA2-93CF-A0806CDF8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0D3C9-23CF-45D5-BFC5-9C1F7F8872C6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CDD269-8DF0-43BC-8396-B065C0908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1B0BE4-2DFC-4F57-ABE0-15DB07274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042E-3C90-442F-813F-6D2356D44B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7522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33DB3C-E0FD-4558-9F6B-1A65666E0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487C52-3437-47E9-A93F-24BE8A1D8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A52AE3-CBD4-4DCF-BC8D-23276227B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0D3C9-23CF-45D5-BFC5-9C1F7F8872C6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409526-BF6C-4A2F-B76F-0D153A918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FD87C6-06BF-4338-8475-D856D9D01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042E-3C90-442F-813F-6D2356D44B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3509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D5E88F-1C73-4A98-82D7-BCAC741A8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897" y="448809"/>
            <a:ext cx="4347270" cy="748843"/>
          </a:xfrm>
        </p:spPr>
        <p:txBody>
          <a:bodyPr anchor="b"/>
          <a:lstStyle>
            <a:lvl1pPr>
              <a:defRPr sz="6598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5054AA0-4F04-48AD-AD30-549238202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3897" y="1204734"/>
            <a:ext cx="4347270" cy="393799"/>
          </a:xfrm>
        </p:spPr>
        <p:txBody>
          <a:bodyPr/>
          <a:lstStyle>
            <a:lvl1pPr marL="0" indent="0">
              <a:buNone/>
              <a:defRPr sz="2639">
                <a:solidFill>
                  <a:schemeClr val="tx1">
                    <a:tint val="75000"/>
                  </a:schemeClr>
                </a:solidFill>
              </a:defRPr>
            </a:lvl1pPr>
            <a:lvl2pPr marL="502737" indent="0">
              <a:buNone/>
              <a:defRPr sz="2199">
                <a:solidFill>
                  <a:schemeClr val="tx1">
                    <a:tint val="75000"/>
                  </a:schemeClr>
                </a:solidFill>
              </a:defRPr>
            </a:lvl2pPr>
            <a:lvl3pPr marL="1005474" indent="0">
              <a:buNone/>
              <a:defRPr sz="1979">
                <a:solidFill>
                  <a:schemeClr val="tx1">
                    <a:tint val="75000"/>
                  </a:schemeClr>
                </a:solidFill>
              </a:defRPr>
            </a:lvl3pPr>
            <a:lvl4pPr marL="1508211" indent="0">
              <a:buNone/>
              <a:defRPr sz="1759">
                <a:solidFill>
                  <a:schemeClr val="tx1">
                    <a:tint val="75000"/>
                  </a:schemeClr>
                </a:solidFill>
              </a:defRPr>
            </a:lvl4pPr>
            <a:lvl5pPr marL="2010948" indent="0">
              <a:buNone/>
              <a:defRPr sz="1759">
                <a:solidFill>
                  <a:schemeClr val="tx1">
                    <a:tint val="75000"/>
                  </a:schemeClr>
                </a:solidFill>
              </a:defRPr>
            </a:lvl5pPr>
            <a:lvl6pPr marL="2513686" indent="0">
              <a:buNone/>
              <a:defRPr sz="1759">
                <a:solidFill>
                  <a:schemeClr val="tx1">
                    <a:tint val="75000"/>
                  </a:schemeClr>
                </a:solidFill>
              </a:defRPr>
            </a:lvl6pPr>
            <a:lvl7pPr marL="3016423" indent="0">
              <a:buNone/>
              <a:defRPr sz="1759">
                <a:solidFill>
                  <a:schemeClr val="tx1">
                    <a:tint val="75000"/>
                  </a:schemeClr>
                </a:solidFill>
              </a:defRPr>
            </a:lvl7pPr>
            <a:lvl8pPr marL="3519160" indent="0">
              <a:buNone/>
              <a:defRPr sz="1759">
                <a:solidFill>
                  <a:schemeClr val="tx1">
                    <a:tint val="75000"/>
                  </a:schemeClr>
                </a:solidFill>
              </a:defRPr>
            </a:lvl8pPr>
            <a:lvl9pPr marL="4021897" indent="0">
              <a:buNone/>
              <a:defRPr sz="175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272637-A7CA-4796-8847-78766E517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0D3C9-23CF-45D5-BFC5-9C1F7F8872C6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32E81F-868B-48C6-98EE-1E8F06825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1739DB2-87F6-4D84-A831-001969337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042E-3C90-442F-813F-6D2356D44B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3738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B019B1-524B-4100-A2EC-B5CB73DF6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E4EB7A-AD03-4484-961C-82F0F0A99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6524" y="479227"/>
            <a:ext cx="2142133" cy="114222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96D6877-E48B-4A68-9D49-BFFB8BB9B8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51661" y="479227"/>
            <a:ext cx="2142133" cy="114222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73BC3EB-DCEF-46B4-BD85-E0041BCAD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0D3C9-23CF-45D5-BFC5-9C1F7F8872C6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3FE2A29-AF89-4B60-9B5A-70B9D5F80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245AA3C-1A8D-40AB-AAC9-F06DBC1CE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042E-3C90-442F-813F-6D2356D44B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4441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3AEF1-7100-43FD-97F5-68290E082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178" y="95847"/>
            <a:ext cx="4347270" cy="347960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AB27363-9DAD-41F8-B232-7AFC3A653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7178" y="441306"/>
            <a:ext cx="2132288" cy="216277"/>
          </a:xfrm>
        </p:spPr>
        <p:txBody>
          <a:bodyPr anchor="b"/>
          <a:lstStyle>
            <a:lvl1pPr marL="0" indent="0">
              <a:buNone/>
              <a:defRPr sz="2639" b="1"/>
            </a:lvl1pPr>
            <a:lvl2pPr marL="502737" indent="0">
              <a:buNone/>
              <a:defRPr sz="2199" b="1"/>
            </a:lvl2pPr>
            <a:lvl3pPr marL="1005474" indent="0">
              <a:buNone/>
              <a:defRPr sz="1979" b="1"/>
            </a:lvl3pPr>
            <a:lvl4pPr marL="1508211" indent="0">
              <a:buNone/>
              <a:defRPr sz="1759" b="1"/>
            </a:lvl4pPr>
            <a:lvl5pPr marL="2010948" indent="0">
              <a:buNone/>
              <a:defRPr sz="1759" b="1"/>
            </a:lvl5pPr>
            <a:lvl6pPr marL="2513686" indent="0">
              <a:buNone/>
              <a:defRPr sz="1759" b="1"/>
            </a:lvl6pPr>
            <a:lvl7pPr marL="3016423" indent="0">
              <a:buNone/>
              <a:defRPr sz="1759" b="1"/>
            </a:lvl7pPr>
            <a:lvl8pPr marL="3519160" indent="0">
              <a:buNone/>
              <a:defRPr sz="1759" b="1"/>
            </a:lvl8pPr>
            <a:lvl9pPr marL="4021897" indent="0">
              <a:buNone/>
              <a:defRPr sz="1759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6E076FE-FFE2-4CAE-A9F1-B4F458BA7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78" y="657582"/>
            <a:ext cx="2132288" cy="9672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C0F4832-9D45-46E4-A70B-EBA2245A46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551660" y="441306"/>
            <a:ext cx="2142789" cy="216277"/>
          </a:xfrm>
        </p:spPr>
        <p:txBody>
          <a:bodyPr anchor="b"/>
          <a:lstStyle>
            <a:lvl1pPr marL="0" indent="0">
              <a:buNone/>
              <a:defRPr sz="2639" b="1"/>
            </a:lvl1pPr>
            <a:lvl2pPr marL="502737" indent="0">
              <a:buNone/>
              <a:defRPr sz="2199" b="1"/>
            </a:lvl2pPr>
            <a:lvl3pPr marL="1005474" indent="0">
              <a:buNone/>
              <a:defRPr sz="1979" b="1"/>
            </a:lvl3pPr>
            <a:lvl4pPr marL="1508211" indent="0">
              <a:buNone/>
              <a:defRPr sz="1759" b="1"/>
            </a:lvl4pPr>
            <a:lvl5pPr marL="2010948" indent="0">
              <a:buNone/>
              <a:defRPr sz="1759" b="1"/>
            </a:lvl5pPr>
            <a:lvl6pPr marL="2513686" indent="0">
              <a:buNone/>
              <a:defRPr sz="1759" b="1"/>
            </a:lvl6pPr>
            <a:lvl7pPr marL="3016423" indent="0">
              <a:buNone/>
              <a:defRPr sz="1759" b="1"/>
            </a:lvl7pPr>
            <a:lvl8pPr marL="3519160" indent="0">
              <a:buNone/>
              <a:defRPr sz="1759" b="1"/>
            </a:lvl8pPr>
            <a:lvl9pPr marL="4021897" indent="0">
              <a:buNone/>
              <a:defRPr sz="1759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6155A19-B394-4706-8384-E66E7976AC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551660" y="657582"/>
            <a:ext cx="2142789" cy="9672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9017184-43C4-40E6-B0F2-F4FABAA2C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0D3C9-23CF-45D5-BFC5-9C1F7F8872C6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D15F6B0-2BC8-4DFA-B5F0-B4DD7B73E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3E60905-C46E-4509-B23B-420D8C2FF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042E-3C90-442F-813F-6D2356D44B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8235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FF1E66-AC77-46D5-921A-1C77F1780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DE2835-00BA-4A32-AD24-771DACE58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0D3C9-23CF-45D5-BFC5-9C1F7F8872C6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42E6589-3F57-4252-A50B-EAB083A28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52D8C0E-8BB6-4014-926B-BEDA33A37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042E-3C90-442F-813F-6D2356D44B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3152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2535F36-6F65-4E92-B725-96E772EFB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0D3C9-23CF-45D5-BFC5-9C1F7F8872C6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653DE8A-18B0-4DB1-92B7-928B559A7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471A01C-B410-4BA5-87D5-424ED51C9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042E-3C90-442F-813F-6D2356D44B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1920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27DD70-CBA9-4389-981A-BD926C39C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178" y="120016"/>
            <a:ext cx="1625632" cy="420053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8A2787-5672-4A7E-B82D-D383AD64B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2790" y="259201"/>
            <a:ext cx="2551659" cy="1279327"/>
          </a:xfrm>
        </p:spPr>
        <p:txBody>
          <a:bodyPr/>
          <a:lstStyle>
            <a:lvl1pPr>
              <a:defRPr sz="3519"/>
            </a:lvl1pPr>
            <a:lvl2pPr>
              <a:defRPr sz="3079"/>
            </a:lvl2pPr>
            <a:lvl3pPr>
              <a:defRPr sz="2639"/>
            </a:lvl3pPr>
            <a:lvl4pPr>
              <a:defRPr sz="2199"/>
            </a:lvl4pPr>
            <a:lvl5pPr>
              <a:defRPr sz="2199"/>
            </a:lvl5pPr>
            <a:lvl6pPr>
              <a:defRPr sz="2199"/>
            </a:lvl6pPr>
            <a:lvl7pPr>
              <a:defRPr sz="2199"/>
            </a:lvl7pPr>
            <a:lvl8pPr>
              <a:defRPr sz="2199"/>
            </a:lvl8pPr>
            <a:lvl9pPr>
              <a:defRPr sz="2199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128C699-D2E7-4435-8A87-C3CA93EE5C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7178" y="540067"/>
            <a:ext cx="1625632" cy="1000542"/>
          </a:xfrm>
        </p:spPr>
        <p:txBody>
          <a:bodyPr/>
          <a:lstStyle>
            <a:lvl1pPr marL="0" indent="0">
              <a:buNone/>
              <a:defRPr sz="1759"/>
            </a:lvl1pPr>
            <a:lvl2pPr marL="502737" indent="0">
              <a:buNone/>
              <a:defRPr sz="1539"/>
            </a:lvl2pPr>
            <a:lvl3pPr marL="1005474" indent="0">
              <a:buNone/>
              <a:defRPr sz="1320"/>
            </a:lvl3pPr>
            <a:lvl4pPr marL="1508211" indent="0">
              <a:buNone/>
              <a:defRPr sz="1100"/>
            </a:lvl4pPr>
            <a:lvl5pPr marL="2010948" indent="0">
              <a:buNone/>
              <a:defRPr sz="1100"/>
            </a:lvl5pPr>
            <a:lvl6pPr marL="2513686" indent="0">
              <a:buNone/>
              <a:defRPr sz="1100"/>
            </a:lvl6pPr>
            <a:lvl7pPr marL="3016423" indent="0">
              <a:buNone/>
              <a:defRPr sz="1100"/>
            </a:lvl7pPr>
            <a:lvl8pPr marL="3519160" indent="0">
              <a:buNone/>
              <a:defRPr sz="1100"/>
            </a:lvl8pPr>
            <a:lvl9pPr marL="4021897" indent="0">
              <a:buNone/>
              <a:defRPr sz="11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5DC9A42-020F-40DD-ABD7-249A75CCD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0D3C9-23CF-45D5-BFC5-9C1F7F8872C6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FB04134-65E8-41FE-812C-4A968D9E5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D1620D5-ADF6-4F0C-90BD-385DD087F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042E-3C90-442F-813F-6D2356D44B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297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CFB029-D1EE-4526-B25D-01430A760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178" y="120016"/>
            <a:ext cx="1625632" cy="420053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90D490E-B744-4DD8-9A28-6B069D9DC5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142790" y="259201"/>
            <a:ext cx="2551659" cy="1279327"/>
          </a:xfrm>
        </p:spPr>
        <p:txBody>
          <a:bodyPr/>
          <a:lstStyle>
            <a:lvl1pPr marL="0" indent="0">
              <a:buNone/>
              <a:defRPr sz="3519"/>
            </a:lvl1pPr>
            <a:lvl2pPr marL="502737" indent="0">
              <a:buNone/>
              <a:defRPr sz="3079"/>
            </a:lvl2pPr>
            <a:lvl3pPr marL="1005474" indent="0">
              <a:buNone/>
              <a:defRPr sz="2639"/>
            </a:lvl3pPr>
            <a:lvl4pPr marL="1508211" indent="0">
              <a:buNone/>
              <a:defRPr sz="2199"/>
            </a:lvl4pPr>
            <a:lvl5pPr marL="2010948" indent="0">
              <a:buNone/>
              <a:defRPr sz="2199"/>
            </a:lvl5pPr>
            <a:lvl6pPr marL="2513686" indent="0">
              <a:buNone/>
              <a:defRPr sz="2199"/>
            </a:lvl6pPr>
            <a:lvl7pPr marL="3016423" indent="0">
              <a:buNone/>
              <a:defRPr sz="2199"/>
            </a:lvl7pPr>
            <a:lvl8pPr marL="3519160" indent="0">
              <a:buNone/>
              <a:defRPr sz="2199"/>
            </a:lvl8pPr>
            <a:lvl9pPr marL="4021897" indent="0">
              <a:buNone/>
              <a:defRPr sz="2199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EEF71DB-5C3C-4EAB-B27A-5512F03EAB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7178" y="540067"/>
            <a:ext cx="1625632" cy="1000542"/>
          </a:xfrm>
        </p:spPr>
        <p:txBody>
          <a:bodyPr/>
          <a:lstStyle>
            <a:lvl1pPr marL="0" indent="0">
              <a:buNone/>
              <a:defRPr sz="1759"/>
            </a:lvl1pPr>
            <a:lvl2pPr marL="502737" indent="0">
              <a:buNone/>
              <a:defRPr sz="1539"/>
            </a:lvl2pPr>
            <a:lvl3pPr marL="1005474" indent="0">
              <a:buNone/>
              <a:defRPr sz="1320"/>
            </a:lvl3pPr>
            <a:lvl4pPr marL="1508211" indent="0">
              <a:buNone/>
              <a:defRPr sz="1100"/>
            </a:lvl4pPr>
            <a:lvl5pPr marL="2010948" indent="0">
              <a:buNone/>
              <a:defRPr sz="1100"/>
            </a:lvl5pPr>
            <a:lvl6pPr marL="2513686" indent="0">
              <a:buNone/>
              <a:defRPr sz="1100"/>
            </a:lvl6pPr>
            <a:lvl7pPr marL="3016423" indent="0">
              <a:buNone/>
              <a:defRPr sz="1100"/>
            </a:lvl7pPr>
            <a:lvl8pPr marL="3519160" indent="0">
              <a:buNone/>
              <a:defRPr sz="1100"/>
            </a:lvl8pPr>
            <a:lvl9pPr marL="4021897" indent="0">
              <a:buNone/>
              <a:defRPr sz="11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5A6541C-6D44-4089-8788-0511A6DB6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0D3C9-23CF-45D5-BFC5-9C1F7F8872C6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1A4C8B9-FC6F-4C23-87EA-21A60E3FC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98667B5-3EAF-4D47-A3D6-F4DE1EAC7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042E-3C90-442F-813F-6D2356D44B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8813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B127EA-B3EB-435D-A8A0-5C183B32C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B9AEF3-09B3-41B9-8438-CF1AA468D4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FD7789-044D-4F6C-A6D5-896FB990B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0D3C9-23CF-45D5-BFC5-9C1F7F8872C6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52D686-A370-483C-A912-AEA286085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107E477-8918-4808-855E-F243E8432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042E-3C90-442F-813F-6D2356D44B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7372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E835CB1-BB17-4727-BB6A-66E62BE4F2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606975" y="95846"/>
            <a:ext cx="1086818" cy="152560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1A0C442-4DAE-4BA0-97EB-442173EA12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46524" y="95846"/>
            <a:ext cx="3197448" cy="152560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75A8990-1260-485C-88A5-3E1247437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0D3C9-23CF-45D5-BFC5-9C1F7F8872C6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31D06C-F36A-4EDE-AEC1-8D703DE39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4A56339-72F1-47F1-BDF1-DAAFCBB28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042E-3C90-442F-813F-6D2356D44B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818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E297594-C9AB-4343-9B75-72741CA99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22" y="95847"/>
            <a:ext cx="4347270" cy="347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B22935A-C2FA-4308-A496-C354EB134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6522" y="479227"/>
            <a:ext cx="4347270" cy="1142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18E4EC-BF28-4B96-80F5-D58BC98B67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6522" y="1668543"/>
            <a:ext cx="1134071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10D3C9-23CF-45D5-BFC5-9C1F7F8872C6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FC0BD9-5B46-4026-BDEF-951A88CBA9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69604" y="1668543"/>
            <a:ext cx="1701106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55E1B3-4274-45FF-9A96-F534E95BE6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59722" y="1668543"/>
            <a:ext cx="1134071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2042E-3C90-442F-813F-6D2356D44B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585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005474" rtl="0" eaLnBrk="1" latinLnBrk="0" hangingPunct="1">
        <a:lnSpc>
          <a:spcPct val="90000"/>
        </a:lnSpc>
        <a:spcBef>
          <a:spcPct val="0"/>
        </a:spcBef>
        <a:buNone/>
        <a:defRPr sz="48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369" indent="-251369" algn="l" defTabSz="1005474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79" kern="1200">
          <a:solidFill>
            <a:schemeClr val="tx1"/>
          </a:solidFill>
          <a:latin typeface="+mn-lt"/>
          <a:ea typeface="+mn-ea"/>
          <a:cs typeface="+mn-cs"/>
        </a:defRPr>
      </a:lvl1pPr>
      <a:lvl2pPr marL="754106" indent="-251369" algn="l" defTabSz="1005474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39" kern="1200">
          <a:solidFill>
            <a:schemeClr val="tx1"/>
          </a:solidFill>
          <a:latin typeface="+mn-lt"/>
          <a:ea typeface="+mn-ea"/>
          <a:cs typeface="+mn-cs"/>
        </a:defRPr>
      </a:lvl2pPr>
      <a:lvl3pPr marL="1256843" indent="-251369" algn="l" defTabSz="1005474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199" kern="1200">
          <a:solidFill>
            <a:schemeClr val="tx1"/>
          </a:solidFill>
          <a:latin typeface="+mn-lt"/>
          <a:ea typeface="+mn-ea"/>
          <a:cs typeface="+mn-cs"/>
        </a:defRPr>
      </a:lvl3pPr>
      <a:lvl4pPr marL="1759580" indent="-251369" algn="l" defTabSz="1005474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79" kern="1200">
          <a:solidFill>
            <a:schemeClr val="tx1"/>
          </a:solidFill>
          <a:latin typeface="+mn-lt"/>
          <a:ea typeface="+mn-ea"/>
          <a:cs typeface="+mn-cs"/>
        </a:defRPr>
      </a:lvl4pPr>
      <a:lvl5pPr marL="2262317" indent="-251369" algn="l" defTabSz="1005474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79" kern="1200">
          <a:solidFill>
            <a:schemeClr val="tx1"/>
          </a:solidFill>
          <a:latin typeface="+mn-lt"/>
          <a:ea typeface="+mn-ea"/>
          <a:cs typeface="+mn-cs"/>
        </a:defRPr>
      </a:lvl5pPr>
      <a:lvl6pPr marL="2765054" indent="-251369" algn="l" defTabSz="1005474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79" kern="1200">
          <a:solidFill>
            <a:schemeClr val="tx1"/>
          </a:solidFill>
          <a:latin typeface="+mn-lt"/>
          <a:ea typeface="+mn-ea"/>
          <a:cs typeface="+mn-cs"/>
        </a:defRPr>
      </a:lvl6pPr>
      <a:lvl7pPr marL="3267791" indent="-251369" algn="l" defTabSz="1005474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79" kern="1200">
          <a:solidFill>
            <a:schemeClr val="tx1"/>
          </a:solidFill>
          <a:latin typeface="+mn-lt"/>
          <a:ea typeface="+mn-ea"/>
          <a:cs typeface="+mn-cs"/>
        </a:defRPr>
      </a:lvl7pPr>
      <a:lvl8pPr marL="3770528" indent="-251369" algn="l" defTabSz="1005474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79" kern="1200">
          <a:solidFill>
            <a:schemeClr val="tx1"/>
          </a:solidFill>
          <a:latin typeface="+mn-lt"/>
          <a:ea typeface="+mn-ea"/>
          <a:cs typeface="+mn-cs"/>
        </a:defRPr>
      </a:lvl8pPr>
      <a:lvl9pPr marL="4273266" indent="-251369" algn="l" defTabSz="1005474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005474" rtl="0" eaLnBrk="1" latinLnBrk="0" hangingPunct="1">
        <a:defRPr sz="1979" kern="1200">
          <a:solidFill>
            <a:schemeClr val="tx1"/>
          </a:solidFill>
          <a:latin typeface="+mn-lt"/>
          <a:ea typeface="+mn-ea"/>
          <a:cs typeface="+mn-cs"/>
        </a:defRPr>
      </a:lvl1pPr>
      <a:lvl2pPr marL="502737" algn="l" defTabSz="1005474" rtl="0" eaLnBrk="1" latinLnBrk="0" hangingPunct="1">
        <a:defRPr sz="1979" kern="1200">
          <a:solidFill>
            <a:schemeClr val="tx1"/>
          </a:solidFill>
          <a:latin typeface="+mn-lt"/>
          <a:ea typeface="+mn-ea"/>
          <a:cs typeface="+mn-cs"/>
        </a:defRPr>
      </a:lvl2pPr>
      <a:lvl3pPr marL="1005474" algn="l" defTabSz="1005474" rtl="0" eaLnBrk="1" latinLnBrk="0" hangingPunct="1">
        <a:defRPr sz="1979" kern="1200">
          <a:solidFill>
            <a:schemeClr val="tx1"/>
          </a:solidFill>
          <a:latin typeface="+mn-lt"/>
          <a:ea typeface="+mn-ea"/>
          <a:cs typeface="+mn-cs"/>
        </a:defRPr>
      </a:lvl3pPr>
      <a:lvl4pPr marL="1508211" algn="l" defTabSz="1005474" rtl="0" eaLnBrk="1" latinLnBrk="0" hangingPunct="1">
        <a:defRPr sz="1979" kern="1200">
          <a:solidFill>
            <a:schemeClr val="tx1"/>
          </a:solidFill>
          <a:latin typeface="+mn-lt"/>
          <a:ea typeface="+mn-ea"/>
          <a:cs typeface="+mn-cs"/>
        </a:defRPr>
      </a:lvl4pPr>
      <a:lvl5pPr marL="2010948" algn="l" defTabSz="1005474" rtl="0" eaLnBrk="1" latinLnBrk="0" hangingPunct="1">
        <a:defRPr sz="1979" kern="1200">
          <a:solidFill>
            <a:schemeClr val="tx1"/>
          </a:solidFill>
          <a:latin typeface="+mn-lt"/>
          <a:ea typeface="+mn-ea"/>
          <a:cs typeface="+mn-cs"/>
        </a:defRPr>
      </a:lvl5pPr>
      <a:lvl6pPr marL="2513686" algn="l" defTabSz="1005474" rtl="0" eaLnBrk="1" latinLnBrk="0" hangingPunct="1">
        <a:defRPr sz="1979" kern="1200">
          <a:solidFill>
            <a:schemeClr val="tx1"/>
          </a:solidFill>
          <a:latin typeface="+mn-lt"/>
          <a:ea typeface="+mn-ea"/>
          <a:cs typeface="+mn-cs"/>
        </a:defRPr>
      </a:lvl6pPr>
      <a:lvl7pPr marL="3016423" algn="l" defTabSz="1005474" rtl="0" eaLnBrk="1" latinLnBrk="0" hangingPunct="1">
        <a:defRPr sz="1979" kern="1200">
          <a:solidFill>
            <a:schemeClr val="tx1"/>
          </a:solidFill>
          <a:latin typeface="+mn-lt"/>
          <a:ea typeface="+mn-ea"/>
          <a:cs typeface="+mn-cs"/>
        </a:defRPr>
      </a:lvl7pPr>
      <a:lvl8pPr marL="3519160" algn="l" defTabSz="1005474" rtl="0" eaLnBrk="1" latinLnBrk="0" hangingPunct="1">
        <a:defRPr sz="1979" kern="1200">
          <a:solidFill>
            <a:schemeClr val="tx1"/>
          </a:solidFill>
          <a:latin typeface="+mn-lt"/>
          <a:ea typeface="+mn-ea"/>
          <a:cs typeface="+mn-cs"/>
        </a:defRPr>
      </a:lvl8pPr>
      <a:lvl9pPr marL="4021897" algn="l" defTabSz="1005474" rtl="0" eaLnBrk="1" latinLnBrk="0" hangingPunct="1">
        <a:defRPr sz="19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75">
            <a:extLst>
              <a:ext uri="{FF2B5EF4-FFF2-40B4-BE49-F238E27FC236}">
                <a16:creationId xmlns:a16="http://schemas.microsoft.com/office/drawing/2014/main" id="{95D6DB05-C324-4967-BF9E-FDC7B2451D6F}"/>
              </a:ext>
            </a:extLst>
          </p:cNvPr>
          <p:cNvSpPr/>
          <p:nvPr/>
        </p:nvSpPr>
        <p:spPr>
          <a:xfrm>
            <a:off x="344266" y="1518444"/>
            <a:ext cx="1003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ativação ReLU</a:t>
            </a:r>
            <a:endParaRPr lang="en-US" sz="1000" dirty="0">
              <a:solidFill>
                <a:srgbClr val="626262"/>
              </a:solidFill>
            </a:endParaRPr>
          </a:p>
        </p:txBody>
      </p:sp>
      <p:sp>
        <p:nvSpPr>
          <p:cNvPr id="11" name="Text 75">
            <a:extLst>
              <a:ext uri="{FF2B5EF4-FFF2-40B4-BE49-F238E27FC236}">
                <a16:creationId xmlns:a16="http://schemas.microsoft.com/office/drawing/2014/main" id="{8EB76C7B-5CB2-4E87-8832-B3DFDC76DC3B}"/>
              </a:ext>
            </a:extLst>
          </p:cNvPr>
          <p:cNvSpPr/>
          <p:nvPr/>
        </p:nvSpPr>
        <p:spPr>
          <a:xfrm>
            <a:off x="2119921" y="1514896"/>
            <a:ext cx="80046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626262"/>
                </a:solidFill>
                <a:latin typeface="Arial" pitchFamily="34" charset="0"/>
                <a:cs typeface="Arial" pitchFamily="34" charset="-120"/>
              </a:rPr>
              <a:t>ativação</a:t>
            </a:r>
            <a:r>
              <a:rPr lang="en-US" sz="1000" dirty="0">
                <a:solidFill>
                  <a:srgbClr val="62626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l-GR" sz="1000" dirty="0">
                <a:solidFill>
                  <a:srgbClr val="6262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σ</a:t>
            </a:r>
            <a:endParaRPr lang="en-US" sz="1000" dirty="0">
              <a:solidFill>
                <a:srgbClr val="62626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75">
            <a:extLst>
              <a:ext uri="{FF2B5EF4-FFF2-40B4-BE49-F238E27FC236}">
                <a16:creationId xmlns:a16="http://schemas.microsoft.com/office/drawing/2014/main" id="{5C9E628E-6A8D-4331-A035-84D15D5CFB1D}"/>
              </a:ext>
            </a:extLst>
          </p:cNvPr>
          <p:cNvSpPr/>
          <p:nvPr/>
        </p:nvSpPr>
        <p:spPr>
          <a:xfrm>
            <a:off x="3793945" y="1521295"/>
            <a:ext cx="80046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ativação tanh</a:t>
            </a:r>
            <a:endParaRPr lang="en-US" sz="1000" dirty="0">
              <a:solidFill>
                <a:srgbClr val="626262"/>
              </a:solidFill>
            </a:endParaRPr>
          </a:p>
        </p:txBody>
      </p:sp>
      <p:sp>
        <p:nvSpPr>
          <p:cNvPr id="16" name="Rounded Rectangle 4">
            <a:extLst>
              <a:ext uri="{FF2B5EF4-FFF2-40B4-BE49-F238E27FC236}">
                <a16:creationId xmlns:a16="http://schemas.microsoft.com/office/drawing/2014/main" id="{F65C00AA-85E4-464D-A358-6994CA449093}"/>
              </a:ext>
            </a:extLst>
          </p:cNvPr>
          <p:cNvSpPr/>
          <p:nvPr/>
        </p:nvSpPr>
        <p:spPr>
          <a:xfrm>
            <a:off x="242630" y="190341"/>
            <a:ext cx="1207008" cy="1207008"/>
          </a:xfrm>
          <a:prstGeom prst="roundRect">
            <a:avLst>
              <a:gd name="adj" fmla="val 9000"/>
            </a:avLst>
          </a:prstGeom>
          <a:solidFill>
            <a:srgbClr val="FCFEFC"/>
          </a:solidFill>
          <a:ln w="28575">
            <a:solidFill>
              <a:srgbClr val="0D7B5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" name="Connector 5">
            <a:extLst>
              <a:ext uri="{FF2B5EF4-FFF2-40B4-BE49-F238E27FC236}">
                <a16:creationId xmlns:a16="http://schemas.microsoft.com/office/drawing/2014/main" id="{7D610DFE-9810-44FB-8B39-81BF0984F902}"/>
              </a:ext>
            </a:extLst>
          </p:cNvPr>
          <p:cNvCxnSpPr/>
          <p:nvPr/>
        </p:nvCxnSpPr>
        <p:spPr>
          <a:xfrm>
            <a:off x="846134" y="382365"/>
            <a:ext cx="0" cy="822960"/>
          </a:xfrm>
          <a:prstGeom prst="line">
            <a:avLst/>
          </a:prstGeom>
          <a:ln w="12700">
            <a:solidFill>
              <a:srgbClr val="B2D4C5"/>
            </a:solidFill>
            <a:prstDash val="dash"/>
          </a:ln>
          <a:effectLst/>
        </p:spPr>
      </p:cxnSp>
      <p:sp>
        <p:nvSpPr>
          <p:cNvPr id="18" name="TextBox 6">
            <a:extLst>
              <a:ext uri="{FF2B5EF4-FFF2-40B4-BE49-F238E27FC236}">
                <a16:creationId xmlns:a16="http://schemas.microsoft.com/office/drawing/2014/main" id="{8EFEBE4D-D2C1-4C5C-B5AC-547830A3E651}"/>
              </a:ext>
            </a:extLst>
          </p:cNvPr>
          <p:cNvSpPr txBox="1"/>
          <p:nvPr/>
        </p:nvSpPr>
        <p:spPr>
          <a:xfrm>
            <a:off x="301424" y="1051706"/>
            <a:ext cx="70532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dirty="0">
                <a:solidFill>
                  <a:srgbClr val="0D7B51"/>
                </a:solidFill>
                <a:latin typeface="Arial"/>
              </a:rPr>
              <a:t>0</a:t>
            </a:r>
          </a:p>
        </p:txBody>
      </p:sp>
      <p:cxnSp>
        <p:nvCxnSpPr>
          <p:cNvPr id="19" name="Connector 7">
            <a:extLst>
              <a:ext uri="{FF2B5EF4-FFF2-40B4-BE49-F238E27FC236}">
                <a16:creationId xmlns:a16="http://schemas.microsoft.com/office/drawing/2014/main" id="{84B3B000-AA3E-40F5-B1F5-A64B81E2E163}"/>
              </a:ext>
            </a:extLst>
          </p:cNvPr>
          <p:cNvCxnSpPr/>
          <p:nvPr/>
        </p:nvCxnSpPr>
        <p:spPr>
          <a:xfrm>
            <a:off x="434654" y="1205325"/>
            <a:ext cx="822960" cy="0"/>
          </a:xfrm>
          <a:prstGeom prst="line">
            <a:avLst/>
          </a:prstGeom>
          <a:ln w="12700">
            <a:solidFill>
              <a:srgbClr val="B2D4C5"/>
            </a:solidFill>
            <a:prstDash val="dash"/>
          </a:ln>
          <a:effectLst/>
        </p:spPr>
      </p:cxnSp>
      <p:sp>
        <p:nvSpPr>
          <p:cNvPr id="20" name="Rectangle 8">
            <a:extLst>
              <a:ext uri="{FF2B5EF4-FFF2-40B4-BE49-F238E27FC236}">
                <a16:creationId xmlns:a16="http://schemas.microsoft.com/office/drawing/2014/main" id="{9B1365D1-55C7-482F-83D0-88093F748682}"/>
              </a:ext>
            </a:extLst>
          </p:cNvPr>
          <p:cNvSpPr/>
          <p:nvPr/>
        </p:nvSpPr>
        <p:spPr>
          <a:xfrm>
            <a:off x="434654" y="382365"/>
            <a:ext cx="822960" cy="822960"/>
          </a:xfrm>
          <a:custGeom>
            <a:avLst/>
            <a:gdLst/>
            <a:ahLst/>
            <a:cxnLst/>
            <a:rect l="0" t="0" r="1371600" b="1371600"/>
            <a:pathLst>
              <a:path w="1371600" h="1371600">
                <a:moveTo>
                  <a:pt x="0" y="1371600"/>
                </a:moveTo>
                <a:lnTo>
                  <a:pt x="685800" y="1371600"/>
                </a:lnTo>
                <a:lnTo>
                  <a:pt x="1371600" y="0"/>
                </a:lnTo>
              </a:path>
            </a:pathLst>
          </a:custGeom>
          <a:noFill/>
          <a:ln w="38100" cap="rnd">
            <a:solidFill>
              <a:srgbClr val="0D7B51"/>
            </a:solidFill>
            <a:round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12">
            <a:extLst>
              <a:ext uri="{FF2B5EF4-FFF2-40B4-BE49-F238E27FC236}">
                <a16:creationId xmlns:a16="http://schemas.microsoft.com/office/drawing/2014/main" id="{4601764D-E348-44D7-970D-81BEBFE3F3B2}"/>
              </a:ext>
            </a:extLst>
          </p:cNvPr>
          <p:cNvSpPr/>
          <p:nvPr/>
        </p:nvSpPr>
        <p:spPr>
          <a:xfrm>
            <a:off x="3590676" y="190341"/>
            <a:ext cx="1207008" cy="1207008"/>
          </a:xfrm>
          <a:prstGeom prst="roundRect">
            <a:avLst>
              <a:gd name="adj" fmla="val 9000"/>
            </a:avLst>
          </a:prstGeom>
          <a:solidFill>
            <a:srgbClr val="FCFEFC"/>
          </a:solidFill>
          <a:ln w="28575">
            <a:solidFill>
              <a:srgbClr val="0D7B5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13">
            <a:extLst>
              <a:ext uri="{FF2B5EF4-FFF2-40B4-BE49-F238E27FC236}">
                <a16:creationId xmlns:a16="http://schemas.microsoft.com/office/drawing/2014/main" id="{2C022AEF-BFD6-47E3-9972-FA591A041967}"/>
              </a:ext>
            </a:extLst>
          </p:cNvPr>
          <p:cNvCxnSpPr/>
          <p:nvPr/>
        </p:nvCxnSpPr>
        <p:spPr>
          <a:xfrm>
            <a:off x="4194180" y="382365"/>
            <a:ext cx="0" cy="822960"/>
          </a:xfrm>
          <a:prstGeom prst="line">
            <a:avLst/>
          </a:prstGeom>
          <a:ln w="12700">
            <a:solidFill>
              <a:srgbClr val="B2D4C5"/>
            </a:solidFill>
            <a:prstDash val="dash"/>
          </a:ln>
          <a:effectLst/>
        </p:spPr>
      </p:cxnSp>
      <p:sp>
        <p:nvSpPr>
          <p:cNvPr id="23" name="TextBox 14">
            <a:extLst>
              <a:ext uri="{FF2B5EF4-FFF2-40B4-BE49-F238E27FC236}">
                <a16:creationId xmlns:a16="http://schemas.microsoft.com/office/drawing/2014/main" id="{EEBAEEB9-C48E-4866-9F69-1D3B6EEEDCBF}"/>
              </a:ext>
            </a:extLst>
          </p:cNvPr>
          <p:cNvSpPr txBox="1"/>
          <p:nvPr/>
        </p:nvSpPr>
        <p:spPr>
          <a:xfrm>
            <a:off x="3642080" y="360419"/>
            <a:ext cx="70532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dirty="0">
                <a:solidFill>
                  <a:srgbClr val="0D7B51"/>
                </a:solidFill>
                <a:latin typeface="Arial"/>
              </a:rPr>
              <a:t>1</a:t>
            </a:r>
          </a:p>
        </p:txBody>
      </p:sp>
      <p:sp>
        <p:nvSpPr>
          <p:cNvPr id="24" name="TextBox 15">
            <a:extLst>
              <a:ext uri="{FF2B5EF4-FFF2-40B4-BE49-F238E27FC236}">
                <a16:creationId xmlns:a16="http://schemas.microsoft.com/office/drawing/2014/main" id="{5CEFC844-A499-4DDE-8E65-D76AF704EA91}"/>
              </a:ext>
            </a:extLst>
          </p:cNvPr>
          <p:cNvSpPr txBox="1"/>
          <p:nvPr/>
        </p:nvSpPr>
        <p:spPr>
          <a:xfrm>
            <a:off x="3642080" y="716766"/>
            <a:ext cx="70532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dirty="0">
                <a:solidFill>
                  <a:srgbClr val="0D7B51"/>
                </a:solidFill>
                <a:latin typeface="Arial"/>
              </a:rPr>
              <a:t>0</a:t>
            </a:r>
          </a:p>
        </p:txBody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62A6F51E-E275-48D3-9D94-E512566A962B}"/>
              </a:ext>
            </a:extLst>
          </p:cNvPr>
          <p:cNvSpPr txBox="1"/>
          <p:nvPr/>
        </p:nvSpPr>
        <p:spPr>
          <a:xfrm>
            <a:off x="3614943" y="1051706"/>
            <a:ext cx="113814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000" dirty="0">
                <a:solidFill>
                  <a:srgbClr val="0D7B51"/>
                </a:solidFill>
                <a:latin typeface="Arial"/>
              </a:rPr>
              <a:t>-</a:t>
            </a:r>
            <a:r>
              <a:rPr sz="1000" dirty="0">
                <a:solidFill>
                  <a:srgbClr val="0D7B51"/>
                </a:solidFill>
                <a:latin typeface="Arial"/>
              </a:rPr>
              <a:t>1</a:t>
            </a:r>
          </a:p>
        </p:txBody>
      </p:sp>
      <p:cxnSp>
        <p:nvCxnSpPr>
          <p:cNvPr id="26" name="Connector 17">
            <a:extLst>
              <a:ext uri="{FF2B5EF4-FFF2-40B4-BE49-F238E27FC236}">
                <a16:creationId xmlns:a16="http://schemas.microsoft.com/office/drawing/2014/main" id="{FA1F5791-50B3-4E02-B8EF-E68CE404C3D8}"/>
              </a:ext>
            </a:extLst>
          </p:cNvPr>
          <p:cNvCxnSpPr/>
          <p:nvPr/>
        </p:nvCxnSpPr>
        <p:spPr>
          <a:xfrm>
            <a:off x="3782700" y="793845"/>
            <a:ext cx="822960" cy="0"/>
          </a:xfrm>
          <a:prstGeom prst="line">
            <a:avLst/>
          </a:prstGeom>
          <a:ln w="12700">
            <a:solidFill>
              <a:srgbClr val="B2D4C5"/>
            </a:solidFill>
            <a:prstDash val="dash"/>
          </a:ln>
          <a:effectLst/>
        </p:spPr>
      </p:cxnSp>
      <p:sp>
        <p:nvSpPr>
          <p:cNvPr id="27" name="Rectangle 18">
            <a:extLst>
              <a:ext uri="{FF2B5EF4-FFF2-40B4-BE49-F238E27FC236}">
                <a16:creationId xmlns:a16="http://schemas.microsoft.com/office/drawing/2014/main" id="{88E5CF89-5D6D-4EBE-9FCC-D6BCDFD4E272}"/>
              </a:ext>
            </a:extLst>
          </p:cNvPr>
          <p:cNvSpPr/>
          <p:nvPr/>
        </p:nvSpPr>
        <p:spPr>
          <a:xfrm>
            <a:off x="3782700" y="384400"/>
            <a:ext cx="822960" cy="818890"/>
          </a:xfrm>
          <a:custGeom>
            <a:avLst/>
            <a:gdLst>
              <a:gd name="connsiteX0" fmla="*/ 0 w 1371600"/>
              <a:gd name="connsiteY0" fmla="*/ 1364817 h 1364817"/>
              <a:gd name="connsiteX1" fmla="*/ 171450 w 1371600"/>
              <a:gd name="connsiteY1" fmla="*/ 1353138 h 1364817"/>
              <a:gd name="connsiteX2" fmla="*/ 348192 w 1371600"/>
              <a:gd name="connsiteY2" fmla="*/ 1303160 h 1364817"/>
              <a:gd name="connsiteX3" fmla="*/ 514350 w 1371600"/>
              <a:gd name="connsiteY3" fmla="*/ 1117993 h 1364817"/>
              <a:gd name="connsiteX4" fmla="*/ 685800 w 1371600"/>
              <a:gd name="connsiteY4" fmla="*/ 682408 h 1364817"/>
              <a:gd name="connsiteX5" fmla="*/ 857250 w 1371600"/>
              <a:gd name="connsiteY5" fmla="*/ 246823 h 1364817"/>
              <a:gd name="connsiteX6" fmla="*/ 1028700 w 1371600"/>
              <a:gd name="connsiteY6" fmla="*/ 61657 h 1364817"/>
              <a:gd name="connsiteX7" fmla="*/ 1200150 w 1371600"/>
              <a:gd name="connsiteY7" fmla="*/ 11678 h 1364817"/>
              <a:gd name="connsiteX8" fmla="*/ 1371600 w 1371600"/>
              <a:gd name="connsiteY8" fmla="*/ -1 h 1364817"/>
              <a:gd name="connsiteX0" fmla="*/ 0 w 1371600"/>
              <a:gd name="connsiteY0" fmla="*/ 1364819 h 1364819"/>
              <a:gd name="connsiteX1" fmla="*/ 171450 w 1371600"/>
              <a:gd name="connsiteY1" fmla="*/ 1353140 h 1364819"/>
              <a:gd name="connsiteX2" fmla="*/ 348192 w 1371600"/>
              <a:gd name="connsiteY2" fmla="*/ 1303162 h 1364819"/>
              <a:gd name="connsiteX3" fmla="*/ 514350 w 1371600"/>
              <a:gd name="connsiteY3" fmla="*/ 1117995 h 1364819"/>
              <a:gd name="connsiteX4" fmla="*/ 685800 w 1371600"/>
              <a:gd name="connsiteY4" fmla="*/ 682410 h 1364819"/>
              <a:gd name="connsiteX5" fmla="*/ 857250 w 1371600"/>
              <a:gd name="connsiteY5" fmla="*/ 246825 h 1364819"/>
              <a:gd name="connsiteX6" fmla="*/ 1028700 w 1371600"/>
              <a:gd name="connsiteY6" fmla="*/ 61659 h 1364819"/>
              <a:gd name="connsiteX7" fmla="*/ 1200150 w 1371600"/>
              <a:gd name="connsiteY7" fmla="*/ 11680 h 1364819"/>
              <a:gd name="connsiteX8" fmla="*/ 1371600 w 1371600"/>
              <a:gd name="connsiteY8" fmla="*/ 1 h 1364819"/>
              <a:gd name="connsiteX0" fmla="*/ 0 w 1371600"/>
              <a:gd name="connsiteY0" fmla="*/ 1364817 h 1364817"/>
              <a:gd name="connsiteX1" fmla="*/ 171450 w 1371600"/>
              <a:gd name="connsiteY1" fmla="*/ 1353138 h 1364817"/>
              <a:gd name="connsiteX2" fmla="*/ 348192 w 1371600"/>
              <a:gd name="connsiteY2" fmla="*/ 1303160 h 1364817"/>
              <a:gd name="connsiteX3" fmla="*/ 514350 w 1371600"/>
              <a:gd name="connsiteY3" fmla="*/ 1117993 h 1364817"/>
              <a:gd name="connsiteX4" fmla="*/ 685800 w 1371600"/>
              <a:gd name="connsiteY4" fmla="*/ 682408 h 1364817"/>
              <a:gd name="connsiteX5" fmla="*/ 857250 w 1371600"/>
              <a:gd name="connsiteY5" fmla="*/ 246823 h 1364817"/>
              <a:gd name="connsiteX6" fmla="*/ 1023408 w 1371600"/>
              <a:gd name="connsiteY6" fmla="*/ 61656 h 1364817"/>
              <a:gd name="connsiteX7" fmla="*/ 1200150 w 1371600"/>
              <a:gd name="connsiteY7" fmla="*/ 11678 h 1364817"/>
              <a:gd name="connsiteX8" fmla="*/ 1371600 w 1371600"/>
              <a:gd name="connsiteY8" fmla="*/ -1 h 1364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71600" h="1364817">
                <a:moveTo>
                  <a:pt x="0" y="1364817"/>
                </a:moveTo>
                <a:cubicBezTo>
                  <a:pt x="28575" y="1362870"/>
                  <a:pt x="113418" y="1363414"/>
                  <a:pt x="171450" y="1353138"/>
                </a:cubicBezTo>
                <a:cubicBezTo>
                  <a:pt x="229482" y="1342862"/>
                  <a:pt x="291042" y="1342350"/>
                  <a:pt x="348192" y="1303160"/>
                </a:cubicBezTo>
                <a:cubicBezTo>
                  <a:pt x="405342" y="1263969"/>
                  <a:pt x="458082" y="1221452"/>
                  <a:pt x="514350" y="1117993"/>
                </a:cubicBezTo>
                <a:cubicBezTo>
                  <a:pt x="570618" y="1014534"/>
                  <a:pt x="628650" y="827603"/>
                  <a:pt x="685800" y="682408"/>
                </a:cubicBezTo>
                <a:cubicBezTo>
                  <a:pt x="742950" y="537213"/>
                  <a:pt x="800982" y="350282"/>
                  <a:pt x="857250" y="246823"/>
                </a:cubicBezTo>
                <a:cubicBezTo>
                  <a:pt x="913518" y="143364"/>
                  <a:pt x="966258" y="100846"/>
                  <a:pt x="1023408" y="61656"/>
                </a:cubicBezTo>
                <a:cubicBezTo>
                  <a:pt x="1080558" y="22465"/>
                  <a:pt x="1143000" y="21954"/>
                  <a:pt x="1200150" y="11678"/>
                </a:cubicBezTo>
                <a:cubicBezTo>
                  <a:pt x="1257300" y="1401"/>
                  <a:pt x="1343025" y="1945"/>
                  <a:pt x="1371600" y="-1"/>
                </a:cubicBezTo>
              </a:path>
            </a:pathLst>
          </a:custGeom>
          <a:noFill/>
          <a:ln w="38100" cap="rnd">
            <a:solidFill>
              <a:srgbClr val="0D7B51"/>
            </a:solidFill>
            <a:round/>
          </a:ln>
          <a:effectLst/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8" name="Rounded Rectangle 22">
            <a:extLst>
              <a:ext uri="{FF2B5EF4-FFF2-40B4-BE49-F238E27FC236}">
                <a16:creationId xmlns:a16="http://schemas.microsoft.com/office/drawing/2014/main" id="{E8D5D92D-1860-4046-B2BB-5B15A6ED30E0}"/>
              </a:ext>
            </a:extLst>
          </p:cNvPr>
          <p:cNvSpPr/>
          <p:nvPr/>
        </p:nvSpPr>
        <p:spPr>
          <a:xfrm>
            <a:off x="1916653" y="190341"/>
            <a:ext cx="1207008" cy="1207008"/>
          </a:xfrm>
          <a:prstGeom prst="roundRect">
            <a:avLst>
              <a:gd name="adj" fmla="val 9000"/>
            </a:avLst>
          </a:prstGeom>
          <a:solidFill>
            <a:srgbClr val="FCFEFC"/>
          </a:solidFill>
          <a:ln w="28575">
            <a:solidFill>
              <a:srgbClr val="0D7B5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9" name="Connector 23">
            <a:extLst>
              <a:ext uri="{FF2B5EF4-FFF2-40B4-BE49-F238E27FC236}">
                <a16:creationId xmlns:a16="http://schemas.microsoft.com/office/drawing/2014/main" id="{58034D64-5F31-4096-8CCE-4BFA2D1D26CF}"/>
              </a:ext>
            </a:extLst>
          </p:cNvPr>
          <p:cNvCxnSpPr/>
          <p:nvPr/>
        </p:nvCxnSpPr>
        <p:spPr>
          <a:xfrm>
            <a:off x="2520157" y="382365"/>
            <a:ext cx="0" cy="822960"/>
          </a:xfrm>
          <a:prstGeom prst="line">
            <a:avLst/>
          </a:prstGeom>
          <a:ln w="12700">
            <a:solidFill>
              <a:srgbClr val="B2D4C5"/>
            </a:solidFill>
            <a:prstDash val="dash"/>
          </a:ln>
          <a:effectLst/>
        </p:spPr>
      </p:cxnSp>
      <p:sp>
        <p:nvSpPr>
          <p:cNvPr id="30" name="TextBox 24">
            <a:extLst>
              <a:ext uri="{FF2B5EF4-FFF2-40B4-BE49-F238E27FC236}">
                <a16:creationId xmlns:a16="http://schemas.microsoft.com/office/drawing/2014/main" id="{3F9104CD-D7D6-4FB2-BC65-09F93D745C37}"/>
              </a:ext>
            </a:extLst>
          </p:cNvPr>
          <p:cNvSpPr txBox="1"/>
          <p:nvPr/>
        </p:nvSpPr>
        <p:spPr>
          <a:xfrm>
            <a:off x="1969565" y="360419"/>
            <a:ext cx="70532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dirty="0">
                <a:solidFill>
                  <a:srgbClr val="0D7B51"/>
                </a:solidFill>
                <a:latin typeface="Arial"/>
              </a:rPr>
              <a:t>1</a:t>
            </a:r>
          </a:p>
        </p:txBody>
      </p:sp>
      <p:sp>
        <p:nvSpPr>
          <p:cNvPr id="31" name="TextBox 25">
            <a:extLst>
              <a:ext uri="{FF2B5EF4-FFF2-40B4-BE49-F238E27FC236}">
                <a16:creationId xmlns:a16="http://schemas.microsoft.com/office/drawing/2014/main" id="{1CB9C362-E751-4879-974B-B357BE4EBCF3}"/>
              </a:ext>
            </a:extLst>
          </p:cNvPr>
          <p:cNvSpPr txBox="1"/>
          <p:nvPr/>
        </p:nvSpPr>
        <p:spPr>
          <a:xfrm>
            <a:off x="1971517" y="1051706"/>
            <a:ext cx="70532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dirty="0">
                <a:solidFill>
                  <a:srgbClr val="0D7B51"/>
                </a:solidFill>
                <a:latin typeface="Arial"/>
              </a:rPr>
              <a:t>0</a:t>
            </a:r>
          </a:p>
        </p:txBody>
      </p:sp>
      <p:cxnSp>
        <p:nvCxnSpPr>
          <p:cNvPr id="32" name="Connector 26">
            <a:extLst>
              <a:ext uri="{FF2B5EF4-FFF2-40B4-BE49-F238E27FC236}">
                <a16:creationId xmlns:a16="http://schemas.microsoft.com/office/drawing/2014/main" id="{5E9E46E1-986D-4E2B-9630-359E4AB358B5}"/>
              </a:ext>
            </a:extLst>
          </p:cNvPr>
          <p:cNvCxnSpPr/>
          <p:nvPr/>
        </p:nvCxnSpPr>
        <p:spPr>
          <a:xfrm>
            <a:off x="2108677" y="1205325"/>
            <a:ext cx="822960" cy="0"/>
          </a:xfrm>
          <a:prstGeom prst="line">
            <a:avLst/>
          </a:prstGeom>
          <a:ln w="12700">
            <a:solidFill>
              <a:srgbClr val="B2D4C5"/>
            </a:solidFill>
            <a:prstDash val="dash"/>
          </a:ln>
          <a:effectLst/>
        </p:spPr>
      </p:cxnSp>
      <p:sp>
        <p:nvSpPr>
          <p:cNvPr id="33" name="Rectangle 27">
            <a:extLst>
              <a:ext uri="{FF2B5EF4-FFF2-40B4-BE49-F238E27FC236}">
                <a16:creationId xmlns:a16="http://schemas.microsoft.com/office/drawing/2014/main" id="{7D8F8824-CD81-44EF-AB32-E48A5A8A18CF}"/>
              </a:ext>
            </a:extLst>
          </p:cNvPr>
          <p:cNvSpPr/>
          <p:nvPr/>
        </p:nvSpPr>
        <p:spPr>
          <a:xfrm>
            <a:off x="2108677" y="421394"/>
            <a:ext cx="822960" cy="744902"/>
          </a:xfrm>
          <a:custGeom>
            <a:avLst/>
            <a:gdLst>
              <a:gd name="connsiteX0" fmla="*/ 0 w 1371600"/>
              <a:gd name="connsiteY0" fmla="*/ 1241503 h 1241503"/>
              <a:gd name="connsiteX1" fmla="*/ 171450 w 1371600"/>
              <a:gd name="connsiteY1" fmla="*/ 1175771 h 1241503"/>
              <a:gd name="connsiteX2" fmla="*/ 342900 w 1371600"/>
              <a:gd name="connsiteY2" fmla="*/ 1056337 h 1241503"/>
              <a:gd name="connsiteX3" fmla="*/ 514350 w 1371600"/>
              <a:gd name="connsiteY3" fmla="*/ 866514 h 1241503"/>
              <a:gd name="connsiteX4" fmla="*/ 685800 w 1371600"/>
              <a:gd name="connsiteY4" fmla="*/ 620752 h 1241503"/>
              <a:gd name="connsiteX5" fmla="*/ 857250 w 1371600"/>
              <a:gd name="connsiteY5" fmla="*/ 374990 h 1241503"/>
              <a:gd name="connsiteX6" fmla="*/ 1028700 w 1371600"/>
              <a:gd name="connsiteY6" fmla="*/ 185167 h 1241503"/>
              <a:gd name="connsiteX7" fmla="*/ 1200150 w 1371600"/>
              <a:gd name="connsiteY7" fmla="*/ 65734 h 1241503"/>
              <a:gd name="connsiteX8" fmla="*/ 1371600 w 1371600"/>
              <a:gd name="connsiteY8" fmla="*/ 1 h 1241503"/>
              <a:gd name="connsiteX0" fmla="*/ 0 w 1371600"/>
              <a:gd name="connsiteY0" fmla="*/ 1241501 h 1241501"/>
              <a:gd name="connsiteX1" fmla="*/ 182033 w 1371600"/>
              <a:gd name="connsiteY1" fmla="*/ 1186353 h 1241501"/>
              <a:gd name="connsiteX2" fmla="*/ 342900 w 1371600"/>
              <a:gd name="connsiteY2" fmla="*/ 1056335 h 1241501"/>
              <a:gd name="connsiteX3" fmla="*/ 514350 w 1371600"/>
              <a:gd name="connsiteY3" fmla="*/ 866512 h 1241501"/>
              <a:gd name="connsiteX4" fmla="*/ 685800 w 1371600"/>
              <a:gd name="connsiteY4" fmla="*/ 620750 h 1241501"/>
              <a:gd name="connsiteX5" fmla="*/ 857250 w 1371600"/>
              <a:gd name="connsiteY5" fmla="*/ 374988 h 1241501"/>
              <a:gd name="connsiteX6" fmla="*/ 1028700 w 1371600"/>
              <a:gd name="connsiteY6" fmla="*/ 185165 h 1241501"/>
              <a:gd name="connsiteX7" fmla="*/ 1200150 w 1371600"/>
              <a:gd name="connsiteY7" fmla="*/ 65732 h 1241501"/>
              <a:gd name="connsiteX8" fmla="*/ 1371600 w 1371600"/>
              <a:gd name="connsiteY8" fmla="*/ -1 h 1241501"/>
              <a:gd name="connsiteX0" fmla="*/ 0 w 1371600"/>
              <a:gd name="connsiteY0" fmla="*/ 1241503 h 1241503"/>
              <a:gd name="connsiteX1" fmla="*/ 182033 w 1371600"/>
              <a:gd name="connsiteY1" fmla="*/ 1186355 h 1241503"/>
              <a:gd name="connsiteX2" fmla="*/ 342900 w 1371600"/>
              <a:gd name="connsiteY2" fmla="*/ 1056337 h 1241503"/>
              <a:gd name="connsiteX3" fmla="*/ 514350 w 1371600"/>
              <a:gd name="connsiteY3" fmla="*/ 866514 h 1241503"/>
              <a:gd name="connsiteX4" fmla="*/ 685800 w 1371600"/>
              <a:gd name="connsiteY4" fmla="*/ 620752 h 1241503"/>
              <a:gd name="connsiteX5" fmla="*/ 857250 w 1371600"/>
              <a:gd name="connsiteY5" fmla="*/ 374990 h 1241503"/>
              <a:gd name="connsiteX6" fmla="*/ 1028700 w 1371600"/>
              <a:gd name="connsiteY6" fmla="*/ 185167 h 1241503"/>
              <a:gd name="connsiteX7" fmla="*/ 1200150 w 1371600"/>
              <a:gd name="connsiteY7" fmla="*/ 60442 h 1241503"/>
              <a:gd name="connsiteX8" fmla="*/ 1371600 w 1371600"/>
              <a:gd name="connsiteY8" fmla="*/ 1 h 1241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71600" h="1241503">
                <a:moveTo>
                  <a:pt x="0" y="1241503"/>
                </a:moveTo>
                <a:cubicBezTo>
                  <a:pt x="28575" y="1230547"/>
                  <a:pt x="124883" y="1217216"/>
                  <a:pt x="182033" y="1186355"/>
                </a:cubicBezTo>
                <a:cubicBezTo>
                  <a:pt x="239183" y="1155494"/>
                  <a:pt x="287514" y="1109644"/>
                  <a:pt x="342900" y="1056337"/>
                </a:cubicBezTo>
                <a:cubicBezTo>
                  <a:pt x="398286" y="1003030"/>
                  <a:pt x="457200" y="939111"/>
                  <a:pt x="514350" y="866514"/>
                </a:cubicBezTo>
                <a:cubicBezTo>
                  <a:pt x="571500" y="793916"/>
                  <a:pt x="628650" y="702672"/>
                  <a:pt x="685800" y="620752"/>
                </a:cubicBezTo>
                <a:cubicBezTo>
                  <a:pt x="742950" y="538831"/>
                  <a:pt x="800100" y="447587"/>
                  <a:pt x="857250" y="374990"/>
                </a:cubicBezTo>
                <a:cubicBezTo>
                  <a:pt x="914400" y="302392"/>
                  <a:pt x="971550" y="237592"/>
                  <a:pt x="1028700" y="185167"/>
                </a:cubicBezTo>
                <a:cubicBezTo>
                  <a:pt x="1085850" y="132742"/>
                  <a:pt x="1143000" y="91303"/>
                  <a:pt x="1200150" y="60442"/>
                </a:cubicBezTo>
                <a:cubicBezTo>
                  <a:pt x="1257300" y="29581"/>
                  <a:pt x="1343025" y="10956"/>
                  <a:pt x="1371600" y="1"/>
                </a:cubicBezTo>
              </a:path>
            </a:pathLst>
          </a:custGeom>
          <a:noFill/>
          <a:ln w="38100" cap="rnd">
            <a:solidFill>
              <a:srgbClr val="0D7B51"/>
            </a:solidFill>
            <a:round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3034852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1514</TotalTime>
  <Words>13</Words>
  <Application>Microsoft Office PowerPoint</Application>
  <PresentationFormat>Personalizar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Persio Puertas Garcia Lorenti</dc:creator>
  <cp:lastModifiedBy>Persio Puertas Garcia Lorenti</cp:lastModifiedBy>
  <cp:revision>19</cp:revision>
  <dcterms:created xsi:type="dcterms:W3CDTF">2026-06-15T12:41:22Z</dcterms:created>
  <dcterms:modified xsi:type="dcterms:W3CDTF">2026-06-21T19:42:12Z</dcterms:modified>
</cp:coreProperties>
</file>