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040313" cy="1979613"/>
  <p:notesSz cx="6858000" cy="9144000"/>
  <p:defaultTextStyle>
    <a:defPPr>
      <a:defRPr lang="pt-BR"/>
    </a:defPPr>
    <a:lvl1pPr marL="0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1pPr>
    <a:lvl2pPr marL="168478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2pPr>
    <a:lvl3pPr marL="336956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3pPr>
    <a:lvl4pPr marL="505435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4pPr>
    <a:lvl5pPr marL="673913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5pPr>
    <a:lvl6pPr marL="842391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6pPr>
    <a:lvl7pPr marL="1010869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7pPr>
    <a:lvl8pPr marL="1179347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8pPr>
    <a:lvl9pPr marL="1347826" algn="l" defTabSz="336956" rtl="0" eaLnBrk="1" latinLnBrk="0" hangingPunct="1">
      <a:defRPr sz="663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7B51"/>
    <a:srgbClr val="F8F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4660"/>
  </p:normalViewPr>
  <p:slideViewPr>
    <p:cSldViewPr snapToGrid="0">
      <p:cViewPr>
        <p:scale>
          <a:sx n="200" d="100"/>
          <a:sy n="200" d="100"/>
        </p:scale>
        <p:origin x="167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77AE-8BDE-4466-8D7B-BFBE33CFC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39" y="323978"/>
            <a:ext cx="3780235" cy="6891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D9FFCA-4DBB-49B7-AC27-391E66355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39" y="1039755"/>
            <a:ext cx="3780235" cy="47794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34B04A-ADD2-4FD4-9562-2405163A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B38946-D2E6-4860-A94E-91414802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230153-2B6C-47B0-9E49-9290280C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77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09957-A75D-4BA5-86E2-A3ADA986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7B86EE-76D2-4039-AA5A-B7AEB2A3E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BC3793-53A2-45DF-B1BF-12C30916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D8D9AE-90A3-432D-ABFE-65E25A84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960119-8049-45DF-A674-8352127F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79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5F64D-CA56-4BE7-B814-3ED5CE7A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96" y="493529"/>
            <a:ext cx="4347270" cy="82346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94B1DA-3F19-41B4-BFD9-BDD251094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896" y="1324783"/>
            <a:ext cx="4347270" cy="4330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9F92C4-1EE7-40AE-808B-F7C47032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DE4245-B29F-4524-A97A-676B9B57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06414C-F258-4653-AF47-808FA5C0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30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CF11D-10D3-4C4A-A7B6-42EF8C70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6199F-A0DE-4E27-AA4C-D2512B210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6522" y="526980"/>
            <a:ext cx="2142133" cy="12560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E567F2-D7D0-48F2-BDAB-12E4F5805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1658" y="526980"/>
            <a:ext cx="2142133" cy="12560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CB71F9-EAC3-49B1-8B07-6DE2BAA1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9836AB-C000-462B-BBEA-CEB68778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60EED9-7DF1-46A8-B914-2C194C0D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76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EC2E8-7E1E-48AF-8454-5681E6A9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8" y="105396"/>
            <a:ext cx="4347270" cy="382634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EE56BD-1346-4DC6-86C9-129D2CCE2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178" y="485280"/>
            <a:ext cx="2132288" cy="237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087F6B-394C-4575-B607-4D6041911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78" y="723109"/>
            <a:ext cx="2132288" cy="10635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C314162-6592-4887-ACCD-9B2C18BB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51658" y="485280"/>
            <a:ext cx="2142790" cy="237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3AF412-E259-497A-BBFB-E18DD523E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551658" y="723109"/>
            <a:ext cx="2142790" cy="10635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75D5ED-6B17-4919-B6D1-2A0F85556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86310B-C69D-494E-9086-27E87FF1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8C5EA62-87EC-4365-A0F8-6F7511C3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79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53C18-2000-4E78-BCF6-329FE195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375E6D2-20E6-4042-883B-C5673231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F854F3-5CF4-4097-94A4-2364375A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489483-9B95-45C8-8135-9E48D847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5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D8E0E8-96AF-4DDA-976B-9EB9B143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E5AF99-F704-4852-9E5F-F613EFEB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A2F3DA-B31F-4F4E-82FB-457E2324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02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15FC3-60F0-4932-BAE1-AA1E8784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8" y="131974"/>
            <a:ext cx="1625632" cy="4619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4E4BB0-9B76-439E-BE1D-9D73DAA0D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790" y="285028"/>
            <a:ext cx="2551658" cy="14068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8A4AC0-44AE-4171-9FE4-C443ACFB7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7178" y="593884"/>
            <a:ext cx="1625632" cy="11002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864DBB-7825-47ED-93D1-7817429F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840583-C9E5-4B08-A9BF-6D7B6F95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1B84D1-1CD0-40F9-B08D-0EDBA3CF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719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A6B6E-B945-458B-A3EC-16346E14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8" y="131974"/>
            <a:ext cx="1625632" cy="4619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2AB374-8325-454E-9CE5-C84B7BD28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42790" y="285028"/>
            <a:ext cx="2551658" cy="14068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085737-BA36-457C-B179-51DE71A09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7178" y="593884"/>
            <a:ext cx="1625632" cy="11002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F27B44-131F-484E-809E-A6C46D6C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EB6BCE-146D-4C98-B5A2-02F33077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379486-029E-49F5-8F5A-52B70F9B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00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32749-41F9-4A63-A968-18940F16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B2B1ED-6E6E-478A-AC80-CBD5CB9AB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05B9D1-9958-474F-917A-4BCD9C5A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CA80D4-DD3E-4484-9170-DA9D3066D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29EE1F-959C-4B3B-AB69-03359CDF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38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ABE226-8F8B-47F4-B40A-224D9B88B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06974" y="105396"/>
            <a:ext cx="1086817" cy="167763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FBDB57-5F81-42F8-A111-B7E7393E0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6521" y="105396"/>
            <a:ext cx="3197449" cy="167763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FF2100-8769-4A53-8D72-FAE0D280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06EBFF-1695-4CDC-B491-B8305CAC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0E1DC3-E3BF-40A6-B2CE-E6B3007A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08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AA5B89E-D3E0-453C-B7DC-9240C38D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22" y="105396"/>
            <a:ext cx="4347270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9BB7C2-15D7-4676-98B5-EE194B295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522" y="526980"/>
            <a:ext cx="4347270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6057AC-9157-4D61-AA03-D15458508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6522" y="1834808"/>
            <a:ext cx="1134070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1968B-F17C-47AB-A717-0872CE7DA39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F9FE51-C36A-4BC7-9B4D-6C3036626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69604" y="1834808"/>
            <a:ext cx="1701106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174940-3840-418D-8209-CF58F541E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59721" y="1834808"/>
            <a:ext cx="1134070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97E26-DE74-41B8-869A-AB11F03355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5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8">
            <a:extLst>
              <a:ext uri="{FF2B5EF4-FFF2-40B4-BE49-F238E27FC236}">
                <a16:creationId xmlns:a16="http://schemas.microsoft.com/office/drawing/2014/main" id="{5D38CA7A-B4E6-4A70-A36B-A56529F676CD}"/>
              </a:ext>
            </a:extLst>
          </p:cNvPr>
          <p:cNvSpPr/>
          <p:nvPr/>
        </p:nvSpPr>
        <p:spPr>
          <a:xfrm>
            <a:off x="232037" y="345790"/>
            <a:ext cx="146304" cy="14630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5" name="Shape 59">
            <a:extLst>
              <a:ext uri="{FF2B5EF4-FFF2-40B4-BE49-F238E27FC236}">
                <a16:creationId xmlns:a16="http://schemas.microsoft.com/office/drawing/2014/main" id="{911D9CFF-0155-4865-94DB-CBFC507425CD}"/>
              </a:ext>
            </a:extLst>
          </p:cNvPr>
          <p:cNvSpPr/>
          <p:nvPr/>
        </p:nvSpPr>
        <p:spPr>
          <a:xfrm>
            <a:off x="232037" y="1019017"/>
            <a:ext cx="146304" cy="14630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60">
                <a:extLst>
                  <a:ext uri="{FF2B5EF4-FFF2-40B4-BE49-F238E27FC236}">
                    <a16:creationId xmlns:a16="http://schemas.microsoft.com/office/drawing/2014/main" id="{3C8AE4BB-B487-43E5-A7EF-350D143E78D0}"/>
                  </a:ext>
                </a:extLst>
              </p:cNvPr>
              <p:cNvSpPr/>
              <p:nvPr/>
            </p:nvSpPr>
            <p:spPr>
              <a:xfrm>
                <a:off x="345099" y="885015"/>
                <a:ext cx="146304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1000" b="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6" name="Text 60">
                <a:extLst>
                  <a:ext uri="{FF2B5EF4-FFF2-40B4-BE49-F238E27FC236}">
                    <a16:creationId xmlns:a16="http://schemas.microsoft.com/office/drawing/2014/main" id="{3C8AE4BB-B487-43E5-A7EF-350D143E7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99" y="885015"/>
                <a:ext cx="146304" cy="201168"/>
              </a:xfrm>
              <a:prstGeom prst="rect">
                <a:avLst/>
              </a:prstGeom>
              <a:blipFill>
                <a:blip r:embed="rId2"/>
                <a:stretch>
                  <a:fillRect l="-16667" r="-41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61">
                <a:extLst>
                  <a:ext uri="{FF2B5EF4-FFF2-40B4-BE49-F238E27FC236}">
                    <a16:creationId xmlns:a16="http://schemas.microsoft.com/office/drawing/2014/main" id="{495A7C61-1912-4D87-85E7-834EE4C71C74}"/>
                  </a:ext>
                </a:extLst>
              </p:cNvPr>
              <p:cNvSpPr/>
              <p:nvPr/>
            </p:nvSpPr>
            <p:spPr>
              <a:xfrm>
                <a:off x="364844" y="225484"/>
                <a:ext cx="64196" cy="1851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1000" b="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1000" b="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</m:t>
                          </m:r>
                          <m:r>
                            <a:rPr lang="pt-BR" sz="1000" b="0" i="1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7" name="Text 61">
                <a:extLst>
                  <a:ext uri="{FF2B5EF4-FFF2-40B4-BE49-F238E27FC236}">
                    <a16:creationId xmlns:a16="http://schemas.microsoft.com/office/drawing/2014/main" id="{495A7C61-1912-4D87-85E7-834EE4C71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44" y="225484"/>
                <a:ext cx="64196" cy="185176"/>
              </a:xfrm>
              <a:prstGeom prst="rect">
                <a:avLst/>
              </a:prstGeom>
              <a:blipFill>
                <a:blip r:embed="rId3"/>
                <a:stretch>
                  <a:fillRect l="-60000" r="-330000" b="-66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4">
                <a:extLst>
                  <a:ext uri="{FF2B5EF4-FFF2-40B4-BE49-F238E27FC236}">
                    <a16:creationId xmlns:a16="http://schemas.microsoft.com/office/drawing/2014/main" id="{0683B72E-5222-4EC8-8F73-9CC3282372B4}"/>
                  </a:ext>
                </a:extLst>
              </p:cNvPr>
              <p:cNvSpPr/>
              <p:nvPr/>
            </p:nvSpPr>
            <p:spPr>
              <a:xfrm>
                <a:off x="977487" y="410660"/>
                <a:ext cx="172663" cy="18287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b="0" i="1" smtClean="0">
                              <a:solidFill>
                                <a:srgbClr val="B0413E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solidFill>
                                <a:srgbClr val="B0413E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pt-BR" sz="1000" b="0" i="1" smtClean="0">
                              <a:solidFill>
                                <a:srgbClr val="B0413E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8" name="Text 64">
                <a:extLst>
                  <a:ext uri="{FF2B5EF4-FFF2-40B4-BE49-F238E27FC236}">
                    <a16:creationId xmlns:a16="http://schemas.microsoft.com/office/drawing/2014/main" id="{0683B72E-5222-4EC8-8F73-9CC328237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87" y="410660"/>
                <a:ext cx="172663" cy="182879"/>
              </a:xfrm>
              <a:prstGeom prst="rect">
                <a:avLst/>
              </a:prstGeom>
              <a:blipFill>
                <a:blip r:embed="rId4"/>
                <a:stretch>
                  <a:fillRect l="-17241" b="-66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5">
                <a:extLst>
                  <a:ext uri="{FF2B5EF4-FFF2-40B4-BE49-F238E27FC236}">
                    <a16:creationId xmlns:a16="http://schemas.microsoft.com/office/drawing/2014/main" id="{80D52E43-4E9B-4C13-8684-13BF26FD20BA}"/>
                  </a:ext>
                </a:extLst>
              </p:cNvPr>
              <p:cNvSpPr/>
              <p:nvPr/>
            </p:nvSpPr>
            <p:spPr>
              <a:xfrm>
                <a:off x="977487" y="937421"/>
                <a:ext cx="172663" cy="1343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b="0" i="1" smtClean="0">
                              <a:solidFill>
                                <a:srgbClr val="B0413E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solidFill>
                                <a:srgbClr val="B0413E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pt-BR" sz="1000" b="0" i="1" smtClean="0">
                              <a:solidFill>
                                <a:srgbClr val="B0413E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9" name="Text 65">
                <a:extLst>
                  <a:ext uri="{FF2B5EF4-FFF2-40B4-BE49-F238E27FC236}">
                    <a16:creationId xmlns:a16="http://schemas.microsoft.com/office/drawing/2014/main" id="{80D52E43-4E9B-4C13-8684-13BF26FD20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87" y="937421"/>
                <a:ext cx="172663" cy="134364"/>
              </a:xfrm>
              <a:prstGeom prst="rect">
                <a:avLst/>
              </a:prstGeom>
              <a:blipFill>
                <a:blip r:embed="rId5"/>
                <a:stretch>
                  <a:fillRect l="-17241" b="-2272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hape 66">
                <a:extLst>
                  <a:ext uri="{FF2B5EF4-FFF2-40B4-BE49-F238E27FC236}">
                    <a16:creationId xmlns:a16="http://schemas.microsoft.com/office/drawing/2014/main" id="{A0EB6AF3-1178-427A-9473-FE11A520C868}"/>
                  </a:ext>
                </a:extLst>
              </p:cNvPr>
              <p:cNvSpPr/>
              <p:nvPr/>
            </p:nvSpPr>
            <p:spPr>
              <a:xfrm>
                <a:off x="1884973" y="913261"/>
                <a:ext cx="367089" cy="365759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</a:ln>
            </p:spPr>
            <p:txBody>
              <a:bodyPr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0" name="Shape 66">
                <a:extLst>
                  <a:ext uri="{FF2B5EF4-FFF2-40B4-BE49-F238E27FC236}">
                    <a16:creationId xmlns:a16="http://schemas.microsoft.com/office/drawing/2014/main" id="{A0EB6AF3-1178-427A-9473-FE11A520C8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973" y="913261"/>
                <a:ext cx="367089" cy="36575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68">
            <a:extLst>
              <a:ext uri="{FF2B5EF4-FFF2-40B4-BE49-F238E27FC236}">
                <a16:creationId xmlns:a16="http://schemas.microsoft.com/office/drawing/2014/main" id="{AC960089-3789-400B-83AB-38B84A5B784D}"/>
              </a:ext>
            </a:extLst>
          </p:cNvPr>
          <p:cNvSpPr/>
          <p:nvPr/>
        </p:nvSpPr>
        <p:spPr>
          <a:xfrm>
            <a:off x="2034866" y="1200677"/>
            <a:ext cx="74499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9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 </a:t>
            </a:r>
          </a:p>
          <a:p>
            <a:pPr algn="ctr"/>
            <a:r>
              <a:rPr lang="en-US" sz="749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ponderada</a:t>
            </a:r>
            <a:endParaRPr lang="en-US" sz="749" dirty="0"/>
          </a:p>
        </p:txBody>
      </p:sp>
      <p:sp>
        <p:nvSpPr>
          <p:cNvPr id="12" name="Text 70">
            <a:extLst>
              <a:ext uri="{FF2B5EF4-FFF2-40B4-BE49-F238E27FC236}">
                <a16:creationId xmlns:a16="http://schemas.microsoft.com/office/drawing/2014/main" id="{8E09C42E-09AD-46C9-AC8C-E10C7BF739C0}"/>
              </a:ext>
            </a:extLst>
          </p:cNvPr>
          <p:cNvSpPr/>
          <p:nvPr/>
        </p:nvSpPr>
        <p:spPr>
          <a:xfrm>
            <a:off x="283743" y="1683654"/>
            <a:ext cx="90045" cy="14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9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9" dirty="0"/>
          </a:p>
        </p:txBody>
      </p:sp>
      <p:sp>
        <p:nvSpPr>
          <p:cNvPr id="13" name="Shape 77">
            <a:extLst>
              <a:ext uri="{FF2B5EF4-FFF2-40B4-BE49-F238E27FC236}">
                <a16:creationId xmlns:a16="http://schemas.microsoft.com/office/drawing/2014/main" id="{F1793450-B0AB-4D61-9CDD-2C14A752878D}"/>
              </a:ext>
            </a:extLst>
          </p:cNvPr>
          <p:cNvSpPr/>
          <p:nvPr/>
        </p:nvSpPr>
        <p:spPr>
          <a:xfrm>
            <a:off x="4088832" y="1020292"/>
            <a:ext cx="146304" cy="14630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78">
                <a:extLst>
                  <a:ext uri="{FF2B5EF4-FFF2-40B4-BE49-F238E27FC236}">
                    <a16:creationId xmlns:a16="http://schemas.microsoft.com/office/drawing/2014/main" id="{255F8340-4670-4CE5-86AA-47B4669D0A21}"/>
                  </a:ext>
                </a:extLst>
              </p:cNvPr>
              <p:cNvSpPr/>
              <p:nvPr/>
            </p:nvSpPr>
            <p:spPr>
              <a:xfrm>
                <a:off x="4096589" y="1147361"/>
                <a:ext cx="146304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pt-BR" sz="1000" b="0" i="1" smtClean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4" name="Text 78">
                <a:extLst>
                  <a:ext uri="{FF2B5EF4-FFF2-40B4-BE49-F238E27FC236}">
                    <a16:creationId xmlns:a16="http://schemas.microsoft.com/office/drawing/2014/main" id="{255F8340-4670-4CE5-86AA-47B4669D0A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589" y="1147361"/>
                <a:ext cx="146304" cy="146304"/>
              </a:xfrm>
              <a:prstGeom prst="rect">
                <a:avLst/>
              </a:prstGeom>
              <a:blipFill>
                <a:blip r:embed="rId7"/>
                <a:stretch>
                  <a:fillRect l="-8333" b="-2083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3103624-3CA4-4327-B156-ED7818E840E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78341" y="1092169"/>
            <a:ext cx="1480063" cy="0"/>
          </a:xfrm>
          <a:prstGeom prst="straightConnector1">
            <a:avLst/>
          </a:prstGeom>
          <a:noFill/>
          <a:ln w="20320">
            <a:solidFill>
              <a:srgbClr val="B0413E"/>
            </a:solidFill>
            <a:prstDash val="solid"/>
            <a:tailEnd type="triangle"/>
          </a:ln>
        </p:spPr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A556D73-BC67-43D7-B285-0FB642E5798D}"/>
              </a:ext>
            </a:extLst>
          </p:cNvPr>
          <p:cNvCxnSpPr>
            <a:cxnSpLocks/>
          </p:cNvCxnSpPr>
          <p:nvPr/>
        </p:nvCxnSpPr>
        <p:spPr>
          <a:xfrm flipV="1">
            <a:off x="2267293" y="1095950"/>
            <a:ext cx="648000" cy="191"/>
          </a:xfrm>
          <a:prstGeom prst="straightConnector1">
            <a:avLst/>
          </a:prstGeom>
          <a:noFill/>
          <a:ln w="13970">
            <a:solidFill>
              <a:srgbClr val="444444"/>
            </a:solidFill>
            <a:prstDash val="solid"/>
            <a:tailEnd type="triangle"/>
          </a:ln>
        </p:spPr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7D2F9FB9-083A-4B83-B141-4BDD39C0F049}"/>
              </a:ext>
            </a:extLst>
          </p:cNvPr>
          <p:cNvCxnSpPr>
            <a:cxnSpLocks/>
          </p:cNvCxnSpPr>
          <p:nvPr/>
        </p:nvCxnSpPr>
        <p:spPr>
          <a:xfrm>
            <a:off x="3448027" y="1095950"/>
            <a:ext cx="648000" cy="0"/>
          </a:xfrm>
          <a:prstGeom prst="straightConnector1">
            <a:avLst/>
          </a:prstGeom>
          <a:noFill/>
          <a:ln w="13970">
            <a:solidFill>
              <a:srgbClr val="444444"/>
            </a:solidFill>
            <a:prstDash val="solid"/>
            <a:tailEnd type="triangle"/>
          </a:ln>
        </p:spPr>
      </p:cxn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D55D6D2D-B83E-4A30-957D-9D71CF330746}"/>
              </a:ext>
            </a:extLst>
          </p:cNvPr>
          <p:cNvGrpSpPr/>
          <p:nvPr/>
        </p:nvGrpSpPr>
        <p:grpSpPr>
          <a:xfrm>
            <a:off x="2920221" y="827928"/>
            <a:ext cx="540000" cy="540000"/>
            <a:chOff x="2099355" y="1503871"/>
            <a:chExt cx="1207007" cy="1207007"/>
          </a:xfrm>
        </p:grpSpPr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318A2EAC-8F63-4606-85F8-16FED57E143F}"/>
                </a:ext>
              </a:extLst>
            </p:cNvPr>
            <p:cNvSpPr/>
            <p:nvPr/>
          </p:nvSpPr>
          <p:spPr>
            <a:xfrm>
              <a:off x="2099355" y="1503871"/>
              <a:ext cx="1207007" cy="1207007"/>
            </a:xfrm>
            <a:prstGeom prst="roundRect">
              <a:avLst>
                <a:gd name="adj" fmla="val 9000"/>
              </a:avLst>
            </a:prstGeom>
            <a:solidFill>
              <a:srgbClr val="F8FEFC"/>
            </a:solidFill>
            <a:ln w="28575">
              <a:solidFill>
                <a:srgbClr val="0D7B51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8">
              <a:extLst>
                <a:ext uri="{FF2B5EF4-FFF2-40B4-BE49-F238E27FC236}">
                  <a16:creationId xmlns:a16="http://schemas.microsoft.com/office/drawing/2014/main" id="{D945B3B4-D723-4CE8-A3DF-13187EAE174D}"/>
                </a:ext>
              </a:extLst>
            </p:cNvPr>
            <p:cNvSpPr/>
            <p:nvPr/>
          </p:nvSpPr>
          <p:spPr>
            <a:xfrm>
              <a:off x="2291381" y="1695895"/>
              <a:ext cx="822960" cy="822960"/>
            </a:xfrm>
            <a:custGeom>
              <a:avLst/>
              <a:gdLst/>
              <a:ahLst/>
              <a:cxnLst/>
              <a:rect l="0" t="0" r="1371600" b="1371600"/>
              <a:pathLst>
                <a:path w="1371600" h="1371600">
                  <a:moveTo>
                    <a:pt x="0" y="1371600"/>
                  </a:moveTo>
                  <a:lnTo>
                    <a:pt x="685800" y="1371600"/>
                  </a:lnTo>
                  <a:lnTo>
                    <a:pt x="1371600" y="0"/>
                  </a:lnTo>
                </a:path>
              </a:pathLst>
            </a:custGeom>
            <a:noFill/>
            <a:ln w="38100" cap="rnd">
              <a:solidFill>
                <a:srgbClr val="0D7B5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BC6F2F25-8EB3-4711-9718-29E3F8CF8B95}"/>
              </a:ext>
            </a:extLst>
          </p:cNvPr>
          <p:cNvSpPr/>
          <p:nvPr/>
        </p:nvSpPr>
        <p:spPr>
          <a:xfrm>
            <a:off x="373789" y="430462"/>
            <a:ext cx="1476647" cy="603545"/>
          </a:xfrm>
          <a:custGeom>
            <a:avLst/>
            <a:gdLst>
              <a:gd name="connsiteX0" fmla="*/ 0 w 1528354"/>
              <a:gd name="connsiteY0" fmla="*/ 0 h 610688"/>
              <a:gd name="connsiteX1" fmla="*/ 711925 w 1528354"/>
              <a:gd name="connsiteY1" fmla="*/ 130628 h 610688"/>
              <a:gd name="connsiteX2" fmla="*/ 1528354 w 1528354"/>
              <a:gd name="connsiteY2" fmla="*/ 610688 h 610688"/>
              <a:gd name="connsiteX0" fmla="*/ 0 w 1528354"/>
              <a:gd name="connsiteY0" fmla="*/ 0 h 610688"/>
              <a:gd name="connsiteX1" fmla="*/ 702128 w 1528354"/>
              <a:gd name="connsiteY1" fmla="*/ 173082 h 610688"/>
              <a:gd name="connsiteX2" fmla="*/ 1528354 w 1528354"/>
              <a:gd name="connsiteY2" fmla="*/ 610688 h 610688"/>
              <a:gd name="connsiteX0" fmla="*/ 0 w 1528354"/>
              <a:gd name="connsiteY0" fmla="*/ 0 h 610688"/>
              <a:gd name="connsiteX1" fmla="*/ 697366 w 1528354"/>
              <a:gd name="connsiteY1" fmla="*/ 196895 h 610688"/>
              <a:gd name="connsiteX2" fmla="*/ 1528354 w 1528354"/>
              <a:gd name="connsiteY2" fmla="*/ 610688 h 610688"/>
              <a:gd name="connsiteX0" fmla="*/ 0 w 1495697"/>
              <a:gd name="connsiteY0" fmla="*/ 0 h 610688"/>
              <a:gd name="connsiteX1" fmla="*/ 664709 w 1495697"/>
              <a:gd name="connsiteY1" fmla="*/ 196895 h 610688"/>
              <a:gd name="connsiteX2" fmla="*/ 1495697 w 1495697"/>
              <a:gd name="connsiteY2" fmla="*/ 610688 h 610688"/>
              <a:gd name="connsiteX0" fmla="*/ 0 w 1474266"/>
              <a:gd name="connsiteY0" fmla="*/ 0 h 610688"/>
              <a:gd name="connsiteX1" fmla="*/ 643278 w 1474266"/>
              <a:gd name="connsiteY1" fmla="*/ 196895 h 610688"/>
              <a:gd name="connsiteX2" fmla="*/ 1474266 w 1474266"/>
              <a:gd name="connsiteY2" fmla="*/ 610688 h 610688"/>
              <a:gd name="connsiteX0" fmla="*/ 0 w 1476647"/>
              <a:gd name="connsiteY0" fmla="*/ 0 h 603545"/>
              <a:gd name="connsiteX1" fmla="*/ 645659 w 1476647"/>
              <a:gd name="connsiteY1" fmla="*/ 189752 h 603545"/>
              <a:gd name="connsiteX2" fmla="*/ 1476647 w 1476647"/>
              <a:gd name="connsiteY2" fmla="*/ 603545 h 603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6647" h="603545">
                <a:moveTo>
                  <a:pt x="0" y="0"/>
                </a:moveTo>
                <a:cubicBezTo>
                  <a:pt x="228599" y="14423"/>
                  <a:pt x="390933" y="87971"/>
                  <a:pt x="645659" y="189752"/>
                </a:cubicBezTo>
                <a:cubicBezTo>
                  <a:pt x="900385" y="291533"/>
                  <a:pt x="1333500" y="526256"/>
                  <a:pt x="1476647" y="603545"/>
                </a:cubicBezTo>
              </a:path>
            </a:pathLst>
          </a:custGeom>
          <a:noFill/>
          <a:ln w="20320">
            <a:solidFill>
              <a:srgbClr val="B0413E"/>
            </a:solidFill>
            <a:prstDash val="solid"/>
            <a:tailEnd type="triangle"/>
          </a:ln>
        </p:spPr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D134BAA-2CD5-461E-951F-B72D7D03DF08}"/>
              </a:ext>
            </a:extLst>
          </p:cNvPr>
          <p:cNvCxnSpPr>
            <a:cxnSpLocks/>
          </p:cNvCxnSpPr>
          <p:nvPr/>
        </p:nvCxnSpPr>
        <p:spPr>
          <a:xfrm>
            <a:off x="4235136" y="1093252"/>
            <a:ext cx="648000" cy="192"/>
          </a:xfrm>
          <a:prstGeom prst="straightConnector1">
            <a:avLst/>
          </a:prstGeom>
          <a:noFill/>
          <a:ln w="13970">
            <a:solidFill>
              <a:srgbClr val="0D7B51"/>
            </a:solidFill>
            <a:prstDash val="solid"/>
            <a:tailEnd type="triangle"/>
          </a:ln>
        </p:spPr>
      </p:cxn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CD776C03-6EFC-456B-9D9A-2B6CEAC5193E}"/>
              </a:ext>
            </a:extLst>
          </p:cNvPr>
          <p:cNvSpPr/>
          <p:nvPr/>
        </p:nvSpPr>
        <p:spPr>
          <a:xfrm flipV="1">
            <a:off x="373788" y="1150584"/>
            <a:ext cx="1476647" cy="603545"/>
          </a:xfrm>
          <a:custGeom>
            <a:avLst/>
            <a:gdLst>
              <a:gd name="connsiteX0" fmla="*/ 0 w 1528354"/>
              <a:gd name="connsiteY0" fmla="*/ 0 h 610688"/>
              <a:gd name="connsiteX1" fmla="*/ 711925 w 1528354"/>
              <a:gd name="connsiteY1" fmla="*/ 130628 h 610688"/>
              <a:gd name="connsiteX2" fmla="*/ 1528354 w 1528354"/>
              <a:gd name="connsiteY2" fmla="*/ 610688 h 610688"/>
              <a:gd name="connsiteX0" fmla="*/ 0 w 1528354"/>
              <a:gd name="connsiteY0" fmla="*/ 0 h 610688"/>
              <a:gd name="connsiteX1" fmla="*/ 702128 w 1528354"/>
              <a:gd name="connsiteY1" fmla="*/ 173082 h 610688"/>
              <a:gd name="connsiteX2" fmla="*/ 1528354 w 1528354"/>
              <a:gd name="connsiteY2" fmla="*/ 610688 h 610688"/>
              <a:gd name="connsiteX0" fmla="*/ 0 w 1528354"/>
              <a:gd name="connsiteY0" fmla="*/ 0 h 610688"/>
              <a:gd name="connsiteX1" fmla="*/ 697366 w 1528354"/>
              <a:gd name="connsiteY1" fmla="*/ 196895 h 610688"/>
              <a:gd name="connsiteX2" fmla="*/ 1528354 w 1528354"/>
              <a:gd name="connsiteY2" fmla="*/ 610688 h 610688"/>
              <a:gd name="connsiteX0" fmla="*/ 0 w 1495697"/>
              <a:gd name="connsiteY0" fmla="*/ 0 h 610688"/>
              <a:gd name="connsiteX1" fmla="*/ 664709 w 1495697"/>
              <a:gd name="connsiteY1" fmla="*/ 196895 h 610688"/>
              <a:gd name="connsiteX2" fmla="*/ 1495697 w 1495697"/>
              <a:gd name="connsiteY2" fmla="*/ 610688 h 610688"/>
              <a:gd name="connsiteX0" fmla="*/ 0 w 1474266"/>
              <a:gd name="connsiteY0" fmla="*/ 0 h 610688"/>
              <a:gd name="connsiteX1" fmla="*/ 643278 w 1474266"/>
              <a:gd name="connsiteY1" fmla="*/ 196895 h 610688"/>
              <a:gd name="connsiteX2" fmla="*/ 1474266 w 1474266"/>
              <a:gd name="connsiteY2" fmla="*/ 610688 h 610688"/>
              <a:gd name="connsiteX0" fmla="*/ 0 w 1476647"/>
              <a:gd name="connsiteY0" fmla="*/ 0 h 603545"/>
              <a:gd name="connsiteX1" fmla="*/ 645659 w 1476647"/>
              <a:gd name="connsiteY1" fmla="*/ 189752 h 603545"/>
              <a:gd name="connsiteX2" fmla="*/ 1476647 w 1476647"/>
              <a:gd name="connsiteY2" fmla="*/ 603545 h 603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6647" h="603545">
                <a:moveTo>
                  <a:pt x="0" y="0"/>
                </a:moveTo>
                <a:cubicBezTo>
                  <a:pt x="228599" y="14423"/>
                  <a:pt x="390933" y="87971"/>
                  <a:pt x="645659" y="189752"/>
                </a:cubicBezTo>
                <a:cubicBezTo>
                  <a:pt x="900385" y="291533"/>
                  <a:pt x="1333500" y="526256"/>
                  <a:pt x="1476647" y="603545"/>
                </a:cubicBezTo>
              </a:path>
            </a:pathLst>
          </a:custGeom>
          <a:noFill/>
          <a:ln w="13970">
            <a:solidFill>
              <a:srgbClr val="444444"/>
            </a:solidFill>
            <a:prstDash val="solid"/>
            <a:tailEnd type="triangle"/>
          </a:ln>
        </p:spPr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531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9</Words>
  <Application>Microsoft Office PowerPoint</Application>
  <PresentationFormat>Personalizar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Persio Puertas Garcia Lorenti</dc:creator>
  <cp:lastModifiedBy>Persio Puertas Garcia Lorenti</cp:lastModifiedBy>
  <cp:revision>3</cp:revision>
  <dcterms:created xsi:type="dcterms:W3CDTF">2026-06-16T19:06:55Z</dcterms:created>
  <dcterms:modified xsi:type="dcterms:W3CDTF">2026-06-17T10:29:54Z</dcterms:modified>
</cp:coreProperties>
</file>