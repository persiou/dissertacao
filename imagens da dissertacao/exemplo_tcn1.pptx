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759450" cy="1979613"/>
  <p:notesSz cx="6858000" cy="9144000"/>
  <p:defaultTextStyle>
    <a:defPPr>
      <a:defRPr lang="pt-BR"/>
    </a:defPPr>
    <a:lvl1pPr marL="0" algn="l" defTabSz="449112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1pPr>
    <a:lvl2pPr marL="224556" algn="l" defTabSz="449112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2pPr>
    <a:lvl3pPr marL="449112" algn="l" defTabSz="449112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3pPr>
    <a:lvl4pPr marL="673668" algn="l" defTabSz="449112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4pPr>
    <a:lvl5pPr marL="898223" algn="l" defTabSz="449112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5pPr>
    <a:lvl6pPr marL="1122780" algn="l" defTabSz="449112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6pPr>
    <a:lvl7pPr marL="1347335" algn="l" defTabSz="449112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7pPr>
    <a:lvl8pPr marL="1571891" algn="l" defTabSz="449112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8pPr>
    <a:lvl9pPr marL="1796446" algn="l" defTabSz="449112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7B51"/>
    <a:srgbClr val="F8F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>
        <p:scale>
          <a:sx n="400" d="100"/>
          <a:sy n="400" d="100"/>
        </p:scale>
        <p:origin x="288" y="-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D9C36-FDF6-4D6D-891A-B70D4A5F9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931" y="323980"/>
            <a:ext cx="4319588" cy="6891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52A7E8-4890-418C-8170-FFF6EA785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931" y="1039756"/>
            <a:ext cx="4319588" cy="47794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51F755-9552-4F1A-8FE1-E5A77333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4913CA-A4BC-432A-A22B-0C044907E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EC1690-DD4C-4A05-A482-7469E454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64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8F21B-8466-4742-AFE4-B73A23E32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4B99EA-6F7B-4386-8FDC-33E11EA0B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FF7C3A-2E8B-4BDB-86E9-36CC7F9B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3CE042-C4DA-41B9-ABA6-148361BF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09AEF6-309A-451A-B876-BF5E9C6E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98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21E22-D9E8-4366-B112-03132A3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62" y="493530"/>
            <a:ext cx="4967526" cy="8234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517142-6115-4AA4-8FD3-9BCD3F3B8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962" y="1324783"/>
            <a:ext cx="4967526" cy="43304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BDB4FA-FCFC-412C-B786-554EE9ADF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599226-2955-4BB4-80C5-921B823C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1AF9BA-6B8D-4F6C-B810-72B62B72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1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17592-9209-4437-8223-58424AAF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8B8EE7-257D-45DA-A657-F104E441D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962" y="526980"/>
            <a:ext cx="2447766" cy="12560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5A06FB-5490-4045-B6C3-CE4EF3816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5722" y="526980"/>
            <a:ext cx="2447766" cy="12560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F8229A-6342-45A3-952C-41C4D84F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302073-DAD1-42B0-B52B-078CE020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DAD95A-3331-44B4-BDCE-85341363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67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60A69-0E30-4681-960B-19EAE3B4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2" y="105397"/>
            <a:ext cx="4967526" cy="382634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ACAE4D-64C6-4B67-964E-15E803E9C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717" y="485280"/>
            <a:ext cx="2436517" cy="237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8A8FA4-8095-4909-AC83-880B51597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717" y="723110"/>
            <a:ext cx="2436517" cy="10635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313A08-1727-4A75-AC76-0F74E1042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15722" y="485280"/>
            <a:ext cx="2448516" cy="237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CE1646D-8225-445D-B6BA-B3F85E941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915722" y="723110"/>
            <a:ext cx="2448516" cy="10635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A9658FD-8C47-411B-93C9-2B215606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2152996-5E65-4838-BC6E-E59BD3F5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09D5173-DC9D-440F-92A1-9616BF2F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029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E451C-88A7-4A6A-88B0-FD3F5111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0F2FCE-5E77-43B4-A18D-B6F78B31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A22421-10D1-4A12-B6B8-86F353A5D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BCD877-BE7C-4315-B414-E82FD34B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0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F2A74B-D138-4628-9CFC-228822006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BA39FE-C3E0-425A-8503-8CF620A00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25C813-F1D9-446C-B8C1-7B5830DD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50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9A673-28A6-4977-A241-7998D54B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3" y="131974"/>
            <a:ext cx="1857572" cy="4619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672850-8F50-4E1C-96CF-3FA98CCCB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516" y="285029"/>
            <a:ext cx="2915722" cy="14068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F64762-0AA0-4AAF-87BB-88737F31B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713" y="593886"/>
            <a:ext cx="1857572" cy="11002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6FC97-F36A-4A49-BD6F-85533807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05A4D3-31A9-466D-9955-20B2E438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4120E0-9E5A-4F5A-80E6-E0DB924E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241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1E941-62AD-4A87-A6D8-C3DBC8090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3" y="131974"/>
            <a:ext cx="1857572" cy="4619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673E2A2-E277-41EB-90F5-0EBB2D1F5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448516" y="285029"/>
            <a:ext cx="2915722" cy="140680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08846F-38DE-42AE-93F1-85B74384B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713" y="593886"/>
            <a:ext cx="1857572" cy="11002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38F1B5-A691-414C-83F6-C02BAF974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158119-8A6D-42AD-B1EA-9377397A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1D3A64-E7D1-4C2C-9717-E18ADCB0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69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6E29B-B776-451F-8E83-42D155D0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29036F-56B8-4378-8CC9-16D0D9677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647D3-001B-4B2F-A1CB-157A9A20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1D50DA-A164-45BE-A064-5F0A7D5B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839DAF-4414-4B9E-BDEE-BF1E4957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43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FEA814-9C33-483C-9B97-E49F3853F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121611" y="105398"/>
            <a:ext cx="1241881" cy="167763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81E6AE-8882-4332-B23E-33DB08197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5966" y="105398"/>
            <a:ext cx="3653651" cy="167763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FB51C1-B8EB-436C-BA1A-3BC1061F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36B017-A70B-4E82-B01D-CB7E844FC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6BA77-29DA-494C-8F29-F2774555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39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7CEF617-59A5-490B-ADAC-A7AA11A7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62" y="105397"/>
            <a:ext cx="4967526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3CACA0-0892-4712-9223-7F72B5991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962" y="526980"/>
            <a:ext cx="4967526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F5801E-9A56-4A96-AD7A-82811C2CF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5962" y="1834808"/>
            <a:ext cx="1295876" cy="105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C2D9D-97D8-4F8C-A07A-3D1B5292568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9756AE-DB77-415C-BF35-442930AA2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07818" y="1834808"/>
            <a:ext cx="1943814" cy="105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E4809F-9983-4CD7-A7E2-16A7237A5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7612" y="1834808"/>
            <a:ext cx="1295876" cy="105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AF1F5-EBD7-4785-96CD-7F9B3F282F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058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1">
            <a:extLst>
              <a:ext uri="{FF2B5EF4-FFF2-40B4-BE49-F238E27FC236}">
                <a16:creationId xmlns:a16="http://schemas.microsoft.com/office/drawing/2014/main" id="{02FAE69E-9F84-44B4-9249-C5959F3C826E}"/>
              </a:ext>
            </a:extLst>
          </p:cNvPr>
          <p:cNvSpPr/>
          <p:nvPr/>
        </p:nvSpPr>
        <p:spPr>
          <a:xfrm flipV="1">
            <a:off x="892875" y="11113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04" name="Shape 2">
            <a:extLst>
              <a:ext uri="{FF2B5EF4-FFF2-40B4-BE49-F238E27FC236}">
                <a16:creationId xmlns:a16="http://schemas.microsoft.com/office/drawing/2014/main" id="{9891931B-8E21-46CB-8C2E-DD655DCC1BE2}"/>
              </a:ext>
            </a:extLst>
          </p:cNvPr>
          <p:cNvSpPr/>
          <p:nvPr/>
        </p:nvSpPr>
        <p:spPr>
          <a:xfrm flipV="1">
            <a:off x="1290639" y="11113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05" name="Shape 3">
            <a:extLst>
              <a:ext uri="{FF2B5EF4-FFF2-40B4-BE49-F238E27FC236}">
                <a16:creationId xmlns:a16="http://schemas.microsoft.com/office/drawing/2014/main" id="{DFCC235A-31C3-4D3A-860D-4F881C4DEE2A}"/>
              </a:ext>
            </a:extLst>
          </p:cNvPr>
          <p:cNvSpPr/>
          <p:nvPr/>
        </p:nvSpPr>
        <p:spPr>
          <a:xfrm flipV="1">
            <a:off x="892875" y="11113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06" name="Shape 4">
            <a:extLst>
              <a:ext uri="{FF2B5EF4-FFF2-40B4-BE49-F238E27FC236}">
                <a16:creationId xmlns:a16="http://schemas.microsoft.com/office/drawing/2014/main" id="{A0E1307F-088A-480D-ACDD-CB815ED7D69F}"/>
              </a:ext>
            </a:extLst>
          </p:cNvPr>
          <p:cNvSpPr/>
          <p:nvPr/>
        </p:nvSpPr>
        <p:spPr>
          <a:xfrm flipV="1">
            <a:off x="1688403" y="11113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07" name="Shape 5">
            <a:extLst>
              <a:ext uri="{FF2B5EF4-FFF2-40B4-BE49-F238E27FC236}">
                <a16:creationId xmlns:a16="http://schemas.microsoft.com/office/drawing/2014/main" id="{DCC561F3-ACD7-456C-A346-6F10FA3F2414}"/>
              </a:ext>
            </a:extLst>
          </p:cNvPr>
          <p:cNvSpPr/>
          <p:nvPr/>
        </p:nvSpPr>
        <p:spPr>
          <a:xfrm flipV="1">
            <a:off x="1290639" y="11113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08" name="Shape 6">
            <a:extLst>
              <a:ext uri="{FF2B5EF4-FFF2-40B4-BE49-F238E27FC236}">
                <a16:creationId xmlns:a16="http://schemas.microsoft.com/office/drawing/2014/main" id="{D1C482A2-1B19-4B42-9B0E-F2D86697046C}"/>
              </a:ext>
            </a:extLst>
          </p:cNvPr>
          <p:cNvSpPr/>
          <p:nvPr/>
        </p:nvSpPr>
        <p:spPr>
          <a:xfrm flipV="1">
            <a:off x="2086167" y="11113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09" name="Shape 7">
            <a:extLst>
              <a:ext uri="{FF2B5EF4-FFF2-40B4-BE49-F238E27FC236}">
                <a16:creationId xmlns:a16="http://schemas.microsoft.com/office/drawing/2014/main" id="{3EB0ECA4-E479-4410-AB3B-CE763F69E505}"/>
              </a:ext>
            </a:extLst>
          </p:cNvPr>
          <p:cNvSpPr/>
          <p:nvPr/>
        </p:nvSpPr>
        <p:spPr>
          <a:xfrm flipV="1">
            <a:off x="1688403" y="11113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0" name="Shape 8">
            <a:extLst>
              <a:ext uri="{FF2B5EF4-FFF2-40B4-BE49-F238E27FC236}">
                <a16:creationId xmlns:a16="http://schemas.microsoft.com/office/drawing/2014/main" id="{F544C9FE-97BD-41E1-9DC8-3790FE5C08B5}"/>
              </a:ext>
            </a:extLst>
          </p:cNvPr>
          <p:cNvSpPr/>
          <p:nvPr/>
        </p:nvSpPr>
        <p:spPr>
          <a:xfrm flipV="1">
            <a:off x="2483931" y="11113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1" name="Shape 9">
            <a:extLst>
              <a:ext uri="{FF2B5EF4-FFF2-40B4-BE49-F238E27FC236}">
                <a16:creationId xmlns:a16="http://schemas.microsoft.com/office/drawing/2014/main" id="{E7F4911B-F51B-48D6-BDAF-49C457F021BD}"/>
              </a:ext>
            </a:extLst>
          </p:cNvPr>
          <p:cNvSpPr/>
          <p:nvPr/>
        </p:nvSpPr>
        <p:spPr>
          <a:xfrm flipV="1">
            <a:off x="2086167" y="11113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2" name="Shape 10">
            <a:extLst>
              <a:ext uri="{FF2B5EF4-FFF2-40B4-BE49-F238E27FC236}">
                <a16:creationId xmlns:a16="http://schemas.microsoft.com/office/drawing/2014/main" id="{60A9C361-C847-4CB4-A58D-1DA95A46B42D}"/>
              </a:ext>
            </a:extLst>
          </p:cNvPr>
          <p:cNvSpPr/>
          <p:nvPr/>
        </p:nvSpPr>
        <p:spPr>
          <a:xfrm flipV="1">
            <a:off x="2881695" y="11113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3" name="Shape 11">
            <a:extLst>
              <a:ext uri="{FF2B5EF4-FFF2-40B4-BE49-F238E27FC236}">
                <a16:creationId xmlns:a16="http://schemas.microsoft.com/office/drawing/2014/main" id="{A01B4701-CF34-4CF6-9889-1BDF9AE713F2}"/>
              </a:ext>
            </a:extLst>
          </p:cNvPr>
          <p:cNvSpPr/>
          <p:nvPr/>
        </p:nvSpPr>
        <p:spPr>
          <a:xfrm flipV="1">
            <a:off x="2483931" y="11113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4" name="Shape 12">
            <a:extLst>
              <a:ext uri="{FF2B5EF4-FFF2-40B4-BE49-F238E27FC236}">
                <a16:creationId xmlns:a16="http://schemas.microsoft.com/office/drawing/2014/main" id="{ED4E097B-652A-4C28-8813-15728DB9D47D}"/>
              </a:ext>
            </a:extLst>
          </p:cNvPr>
          <p:cNvSpPr/>
          <p:nvPr/>
        </p:nvSpPr>
        <p:spPr>
          <a:xfrm flipV="1">
            <a:off x="3279459" y="11113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5" name="Shape 13">
            <a:extLst>
              <a:ext uri="{FF2B5EF4-FFF2-40B4-BE49-F238E27FC236}">
                <a16:creationId xmlns:a16="http://schemas.microsoft.com/office/drawing/2014/main" id="{224D29B3-AD5E-4AD5-BAE1-8CBF490AA93E}"/>
              </a:ext>
            </a:extLst>
          </p:cNvPr>
          <p:cNvSpPr/>
          <p:nvPr/>
        </p:nvSpPr>
        <p:spPr>
          <a:xfrm flipV="1">
            <a:off x="2881695" y="11113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6" name="Shape 14">
            <a:extLst>
              <a:ext uri="{FF2B5EF4-FFF2-40B4-BE49-F238E27FC236}">
                <a16:creationId xmlns:a16="http://schemas.microsoft.com/office/drawing/2014/main" id="{5D69B5CF-1124-48F9-B171-4E6BF9E1E78F}"/>
              </a:ext>
            </a:extLst>
          </p:cNvPr>
          <p:cNvSpPr/>
          <p:nvPr/>
        </p:nvSpPr>
        <p:spPr>
          <a:xfrm flipV="1">
            <a:off x="3677223" y="11113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7" name="Shape 15">
            <a:extLst>
              <a:ext uri="{FF2B5EF4-FFF2-40B4-BE49-F238E27FC236}">
                <a16:creationId xmlns:a16="http://schemas.microsoft.com/office/drawing/2014/main" id="{F0BA9EC4-AFFB-45AE-B686-C27610764ADA}"/>
              </a:ext>
            </a:extLst>
          </p:cNvPr>
          <p:cNvSpPr/>
          <p:nvPr/>
        </p:nvSpPr>
        <p:spPr>
          <a:xfrm flipV="1">
            <a:off x="3279459" y="11113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8" name="Shape 16">
            <a:extLst>
              <a:ext uri="{FF2B5EF4-FFF2-40B4-BE49-F238E27FC236}">
                <a16:creationId xmlns:a16="http://schemas.microsoft.com/office/drawing/2014/main" id="{F3398AC4-C58C-40E1-844D-D2161BA779FC}"/>
              </a:ext>
            </a:extLst>
          </p:cNvPr>
          <p:cNvSpPr/>
          <p:nvPr/>
        </p:nvSpPr>
        <p:spPr>
          <a:xfrm flipV="1">
            <a:off x="4074987" y="11113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19" name="Shape 17">
            <a:extLst>
              <a:ext uri="{FF2B5EF4-FFF2-40B4-BE49-F238E27FC236}">
                <a16:creationId xmlns:a16="http://schemas.microsoft.com/office/drawing/2014/main" id="{A3540893-08E9-47DF-86E9-4FFFF3544072}"/>
              </a:ext>
            </a:extLst>
          </p:cNvPr>
          <p:cNvSpPr/>
          <p:nvPr/>
        </p:nvSpPr>
        <p:spPr>
          <a:xfrm flipV="1">
            <a:off x="3677223" y="11113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0" name="Shape 18">
            <a:extLst>
              <a:ext uri="{FF2B5EF4-FFF2-40B4-BE49-F238E27FC236}">
                <a16:creationId xmlns:a16="http://schemas.microsoft.com/office/drawing/2014/main" id="{D3627DEC-DBEF-4656-8F8F-FDBE84F5CCD7}"/>
              </a:ext>
            </a:extLst>
          </p:cNvPr>
          <p:cNvSpPr/>
          <p:nvPr/>
        </p:nvSpPr>
        <p:spPr>
          <a:xfrm flipV="1">
            <a:off x="892875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1" name="Shape 19">
            <a:extLst>
              <a:ext uri="{FF2B5EF4-FFF2-40B4-BE49-F238E27FC236}">
                <a16:creationId xmlns:a16="http://schemas.microsoft.com/office/drawing/2014/main" id="{DDA86EF2-EC0A-4B7B-A2EA-538D29FE4245}"/>
              </a:ext>
            </a:extLst>
          </p:cNvPr>
          <p:cNvSpPr/>
          <p:nvPr/>
        </p:nvSpPr>
        <p:spPr>
          <a:xfrm flipV="1">
            <a:off x="1290639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2" name="Shape 20">
            <a:extLst>
              <a:ext uri="{FF2B5EF4-FFF2-40B4-BE49-F238E27FC236}">
                <a16:creationId xmlns:a16="http://schemas.microsoft.com/office/drawing/2014/main" id="{A4813FF5-80F3-4B89-AFA8-FDD694A610F7}"/>
              </a:ext>
            </a:extLst>
          </p:cNvPr>
          <p:cNvSpPr/>
          <p:nvPr/>
        </p:nvSpPr>
        <p:spPr>
          <a:xfrm flipV="1">
            <a:off x="892875" y="768447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3" name="Shape 21">
            <a:extLst>
              <a:ext uri="{FF2B5EF4-FFF2-40B4-BE49-F238E27FC236}">
                <a16:creationId xmlns:a16="http://schemas.microsoft.com/office/drawing/2014/main" id="{52F9C9BE-62E5-431C-8F0D-9F80D6798DBD}"/>
              </a:ext>
            </a:extLst>
          </p:cNvPr>
          <p:cNvSpPr/>
          <p:nvPr/>
        </p:nvSpPr>
        <p:spPr>
          <a:xfrm flipV="1">
            <a:off x="1688403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4" name="Shape 22">
            <a:extLst>
              <a:ext uri="{FF2B5EF4-FFF2-40B4-BE49-F238E27FC236}">
                <a16:creationId xmlns:a16="http://schemas.microsoft.com/office/drawing/2014/main" id="{5E73CDEB-2283-4A20-817F-FF13F7FE0606}"/>
              </a:ext>
            </a:extLst>
          </p:cNvPr>
          <p:cNvSpPr/>
          <p:nvPr/>
        </p:nvSpPr>
        <p:spPr>
          <a:xfrm flipV="1">
            <a:off x="1290639" y="768447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5" name="Shape 23">
            <a:extLst>
              <a:ext uri="{FF2B5EF4-FFF2-40B4-BE49-F238E27FC236}">
                <a16:creationId xmlns:a16="http://schemas.microsoft.com/office/drawing/2014/main" id="{1B59EE63-F18B-4D25-9A33-A93DBF03AEC1}"/>
              </a:ext>
            </a:extLst>
          </p:cNvPr>
          <p:cNvSpPr/>
          <p:nvPr/>
        </p:nvSpPr>
        <p:spPr>
          <a:xfrm flipV="1">
            <a:off x="2086167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6" name="Shape 24">
            <a:extLst>
              <a:ext uri="{FF2B5EF4-FFF2-40B4-BE49-F238E27FC236}">
                <a16:creationId xmlns:a16="http://schemas.microsoft.com/office/drawing/2014/main" id="{E36D0422-1164-4AA2-BB52-1B4A747387DD}"/>
              </a:ext>
            </a:extLst>
          </p:cNvPr>
          <p:cNvSpPr/>
          <p:nvPr/>
        </p:nvSpPr>
        <p:spPr>
          <a:xfrm flipV="1">
            <a:off x="1688403" y="768447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7" name="Shape 25">
            <a:extLst>
              <a:ext uri="{FF2B5EF4-FFF2-40B4-BE49-F238E27FC236}">
                <a16:creationId xmlns:a16="http://schemas.microsoft.com/office/drawing/2014/main" id="{4AE270B8-17AA-4781-8803-775A1D9AD6BD}"/>
              </a:ext>
            </a:extLst>
          </p:cNvPr>
          <p:cNvSpPr/>
          <p:nvPr/>
        </p:nvSpPr>
        <p:spPr>
          <a:xfrm flipV="1">
            <a:off x="2483931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8" name="Shape 26">
            <a:extLst>
              <a:ext uri="{FF2B5EF4-FFF2-40B4-BE49-F238E27FC236}">
                <a16:creationId xmlns:a16="http://schemas.microsoft.com/office/drawing/2014/main" id="{DED14449-8AC7-465B-A046-E035743CC4C2}"/>
              </a:ext>
            </a:extLst>
          </p:cNvPr>
          <p:cNvSpPr/>
          <p:nvPr/>
        </p:nvSpPr>
        <p:spPr>
          <a:xfrm flipV="1">
            <a:off x="2086167" y="768447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29" name="Shape 27">
            <a:extLst>
              <a:ext uri="{FF2B5EF4-FFF2-40B4-BE49-F238E27FC236}">
                <a16:creationId xmlns:a16="http://schemas.microsoft.com/office/drawing/2014/main" id="{55FCE463-E3E9-4692-A660-81F68B429C05}"/>
              </a:ext>
            </a:extLst>
          </p:cNvPr>
          <p:cNvSpPr/>
          <p:nvPr/>
        </p:nvSpPr>
        <p:spPr>
          <a:xfrm flipV="1">
            <a:off x="2881695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0" name="Shape 28">
            <a:extLst>
              <a:ext uri="{FF2B5EF4-FFF2-40B4-BE49-F238E27FC236}">
                <a16:creationId xmlns:a16="http://schemas.microsoft.com/office/drawing/2014/main" id="{5A670769-5D9B-40CF-A9E3-36CF059BF887}"/>
              </a:ext>
            </a:extLst>
          </p:cNvPr>
          <p:cNvSpPr/>
          <p:nvPr/>
        </p:nvSpPr>
        <p:spPr>
          <a:xfrm flipV="1">
            <a:off x="2483931" y="768447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1" name="Shape 29">
            <a:extLst>
              <a:ext uri="{FF2B5EF4-FFF2-40B4-BE49-F238E27FC236}">
                <a16:creationId xmlns:a16="http://schemas.microsoft.com/office/drawing/2014/main" id="{F99D76D6-4C8B-4C40-B3EA-7A5BE57D77D9}"/>
              </a:ext>
            </a:extLst>
          </p:cNvPr>
          <p:cNvSpPr/>
          <p:nvPr/>
        </p:nvSpPr>
        <p:spPr>
          <a:xfrm flipV="1">
            <a:off x="3279459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2" name="Shape 30">
            <a:extLst>
              <a:ext uri="{FF2B5EF4-FFF2-40B4-BE49-F238E27FC236}">
                <a16:creationId xmlns:a16="http://schemas.microsoft.com/office/drawing/2014/main" id="{BC8010B8-8C28-436E-96BF-FA1B78F7FC7C}"/>
              </a:ext>
            </a:extLst>
          </p:cNvPr>
          <p:cNvSpPr/>
          <p:nvPr/>
        </p:nvSpPr>
        <p:spPr>
          <a:xfrm flipV="1">
            <a:off x="2881695" y="768447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3" name="Shape 31">
            <a:extLst>
              <a:ext uri="{FF2B5EF4-FFF2-40B4-BE49-F238E27FC236}">
                <a16:creationId xmlns:a16="http://schemas.microsoft.com/office/drawing/2014/main" id="{D1E48DF0-7CF4-4AA9-BB68-75CC6E17D712}"/>
              </a:ext>
            </a:extLst>
          </p:cNvPr>
          <p:cNvSpPr/>
          <p:nvPr/>
        </p:nvSpPr>
        <p:spPr>
          <a:xfrm flipV="1">
            <a:off x="3677223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4" name="Shape 32">
            <a:extLst>
              <a:ext uri="{FF2B5EF4-FFF2-40B4-BE49-F238E27FC236}">
                <a16:creationId xmlns:a16="http://schemas.microsoft.com/office/drawing/2014/main" id="{AF39F67E-B911-4364-A911-B6FDA34E10DA}"/>
              </a:ext>
            </a:extLst>
          </p:cNvPr>
          <p:cNvSpPr/>
          <p:nvPr/>
        </p:nvSpPr>
        <p:spPr>
          <a:xfrm flipV="1">
            <a:off x="3279459" y="768447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5" name="Shape 33">
            <a:extLst>
              <a:ext uri="{FF2B5EF4-FFF2-40B4-BE49-F238E27FC236}">
                <a16:creationId xmlns:a16="http://schemas.microsoft.com/office/drawing/2014/main" id="{802FAB04-D836-4A11-BFDB-11DD70895548}"/>
              </a:ext>
            </a:extLst>
          </p:cNvPr>
          <p:cNvSpPr/>
          <p:nvPr/>
        </p:nvSpPr>
        <p:spPr>
          <a:xfrm flipV="1">
            <a:off x="4074987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6" name="Shape 34">
            <a:extLst>
              <a:ext uri="{FF2B5EF4-FFF2-40B4-BE49-F238E27FC236}">
                <a16:creationId xmlns:a16="http://schemas.microsoft.com/office/drawing/2014/main" id="{4A012B20-4AED-4330-846B-7F8B2A922848}"/>
              </a:ext>
            </a:extLst>
          </p:cNvPr>
          <p:cNvSpPr/>
          <p:nvPr/>
        </p:nvSpPr>
        <p:spPr>
          <a:xfrm flipV="1">
            <a:off x="3677223" y="768447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7" name="Shape 35">
            <a:extLst>
              <a:ext uri="{FF2B5EF4-FFF2-40B4-BE49-F238E27FC236}">
                <a16:creationId xmlns:a16="http://schemas.microsoft.com/office/drawing/2014/main" id="{6F096F3B-0451-45DE-8FEC-763E3B93143B}"/>
              </a:ext>
            </a:extLst>
          </p:cNvPr>
          <p:cNvSpPr/>
          <p:nvPr/>
        </p:nvSpPr>
        <p:spPr>
          <a:xfrm flipV="1">
            <a:off x="4472750" y="768447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8" name="Shape 36">
            <a:extLst>
              <a:ext uri="{FF2B5EF4-FFF2-40B4-BE49-F238E27FC236}">
                <a16:creationId xmlns:a16="http://schemas.microsoft.com/office/drawing/2014/main" id="{34F6A319-F41D-4C5F-AC5F-3F2022F0B479}"/>
              </a:ext>
            </a:extLst>
          </p:cNvPr>
          <p:cNvSpPr/>
          <p:nvPr/>
        </p:nvSpPr>
        <p:spPr>
          <a:xfrm flipV="1">
            <a:off x="4074986" y="768447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39" name="Shape 37">
            <a:extLst>
              <a:ext uri="{FF2B5EF4-FFF2-40B4-BE49-F238E27FC236}">
                <a16:creationId xmlns:a16="http://schemas.microsoft.com/office/drawing/2014/main" id="{96C876D3-0C22-487D-ADE0-828A6BFCA4A1}"/>
              </a:ext>
            </a:extLst>
          </p:cNvPr>
          <p:cNvSpPr/>
          <p:nvPr/>
        </p:nvSpPr>
        <p:spPr>
          <a:xfrm flipV="1">
            <a:off x="892875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0" name="Shape 38">
            <a:extLst>
              <a:ext uri="{FF2B5EF4-FFF2-40B4-BE49-F238E27FC236}">
                <a16:creationId xmlns:a16="http://schemas.microsoft.com/office/drawing/2014/main" id="{23C7EBE8-C15E-4FCD-9284-8923CD7A5E01}"/>
              </a:ext>
            </a:extLst>
          </p:cNvPr>
          <p:cNvSpPr/>
          <p:nvPr/>
        </p:nvSpPr>
        <p:spPr>
          <a:xfrm flipV="1">
            <a:off x="1290639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1" name="Shape 39">
            <a:extLst>
              <a:ext uri="{FF2B5EF4-FFF2-40B4-BE49-F238E27FC236}">
                <a16:creationId xmlns:a16="http://schemas.microsoft.com/office/drawing/2014/main" id="{4F77F6A4-3845-429D-AE62-09972C21C79A}"/>
              </a:ext>
            </a:extLst>
          </p:cNvPr>
          <p:cNvSpPr/>
          <p:nvPr/>
        </p:nvSpPr>
        <p:spPr>
          <a:xfrm flipV="1">
            <a:off x="892875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2" name="Shape 40">
            <a:extLst>
              <a:ext uri="{FF2B5EF4-FFF2-40B4-BE49-F238E27FC236}">
                <a16:creationId xmlns:a16="http://schemas.microsoft.com/office/drawing/2014/main" id="{8169E48D-2063-42F3-99E3-62DAF65EA35F}"/>
              </a:ext>
            </a:extLst>
          </p:cNvPr>
          <p:cNvSpPr/>
          <p:nvPr/>
        </p:nvSpPr>
        <p:spPr>
          <a:xfrm flipV="1">
            <a:off x="1688403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3" name="Shape 41">
            <a:extLst>
              <a:ext uri="{FF2B5EF4-FFF2-40B4-BE49-F238E27FC236}">
                <a16:creationId xmlns:a16="http://schemas.microsoft.com/office/drawing/2014/main" id="{B7A1459F-9543-4543-B528-6310C6382FE4}"/>
              </a:ext>
            </a:extLst>
          </p:cNvPr>
          <p:cNvSpPr/>
          <p:nvPr/>
        </p:nvSpPr>
        <p:spPr>
          <a:xfrm flipV="1">
            <a:off x="1290639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4" name="Shape 42">
            <a:extLst>
              <a:ext uri="{FF2B5EF4-FFF2-40B4-BE49-F238E27FC236}">
                <a16:creationId xmlns:a16="http://schemas.microsoft.com/office/drawing/2014/main" id="{987C133B-891D-4849-9699-991CFBC3FC0E}"/>
              </a:ext>
            </a:extLst>
          </p:cNvPr>
          <p:cNvSpPr/>
          <p:nvPr/>
        </p:nvSpPr>
        <p:spPr>
          <a:xfrm flipV="1">
            <a:off x="2086167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5" name="Shape 43">
            <a:extLst>
              <a:ext uri="{FF2B5EF4-FFF2-40B4-BE49-F238E27FC236}">
                <a16:creationId xmlns:a16="http://schemas.microsoft.com/office/drawing/2014/main" id="{04BECB4F-43EA-4661-93A2-63421267DD2C}"/>
              </a:ext>
            </a:extLst>
          </p:cNvPr>
          <p:cNvSpPr/>
          <p:nvPr/>
        </p:nvSpPr>
        <p:spPr>
          <a:xfrm flipV="1">
            <a:off x="1688403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6" name="Shape 44">
            <a:extLst>
              <a:ext uri="{FF2B5EF4-FFF2-40B4-BE49-F238E27FC236}">
                <a16:creationId xmlns:a16="http://schemas.microsoft.com/office/drawing/2014/main" id="{BF9ACCAC-AC3B-4294-8355-FB5D1B0B80CC}"/>
              </a:ext>
            </a:extLst>
          </p:cNvPr>
          <p:cNvSpPr/>
          <p:nvPr/>
        </p:nvSpPr>
        <p:spPr>
          <a:xfrm flipV="1">
            <a:off x="2483931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7" name="Shape 45">
            <a:extLst>
              <a:ext uri="{FF2B5EF4-FFF2-40B4-BE49-F238E27FC236}">
                <a16:creationId xmlns:a16="http://schemas.microsoft.com/office/drawing/2014/main" id="{B3409CBF-CEBE-4825-9D3B-2050C4E701BE}"/>
              </a:ext>
            </a:extLst>
          </p:cNvPr>
          <p:cNvSpPr/>
          <p:nvPr/>
        </p:nvSpPr>
        <p:spPr>
          <a:xfrm flipV="1">
            <a:off x="2086167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8" name="Shape 46">
            <a:extLst>
              <a:ext uri="{FF2B5EF4-FFF2-40B4-BE49-F238E27FC236}">
                <a16:creationId xmlns:a16="http://schemas.microsoft.com/office/drawing/2014/main" id="{0BDBE5D3-28F1-48E7-9C9C-F730B739ED18}"/>
              </a:ext>
            </a:extLst>
          </p:cNvPr>
          <p:cNvSpPr/>
          <p:nvPr/>
        </p:nvSpPr>
        <p:spPr>
          <a:xfrm flipV="1">
            <a:off x="2881695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49" name="Shape 47">
            <a:extLst>
              <a:ext uri="{FF2B5EF4-FFF2-40B4-BE49-F238E27FC236}">
                <a16:creationId xmlns:a16="http://schemas.microsoft.com/office/drawing/2014/main" id="{E3F9EC51-8E21-43F0-AD10-DC7CA28C0ED4}"/>
              </a:ext>
            </a:extLst>
          </p:cNvPr>
          <p:cNvSpPr/>
          <p:nvPr/>
        </p:nvSpPr>
        <p:spPr>
          <a:xfrm flipV="1">
            <a:off x="2483931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0" name="Shape 48">
            <a:extLst>
              <a:ext uri="{FF2B5EF4-FFF2-40B4-BE49-F238E27FC236}">
                <a16:creationId xmlns:a16="http://schemas.microsoft.com/office/drawing/2014/main" id="{BFBD9C36-5F86-4F24-9E4A-015B1DDCCCFA}"/>
              </a:ext>
            </a:extLst>
          </p:cNvPr>
          <p:cNvSpPr/>
          <p:nvPr/>
        </p:nvSpPr>
        <p:spPr>
          <a:xfrm flipV="1">
            <a:off x="3279459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1" name="Shape 49">
            <a:extLst>
              <a:ext uri="{FF2B5EF4-FFF2-40B4-BE49-F238E27FC236}">
                <a16:creationId xmlns:a16="http://schemas.microsoft.com/office/drawing/2014/main" id="{2D0A0F18-C795-4D96-9F9F-342A9CF9B36E}"/>
              </a:ext>
            </a:extLst>
          </p:cNvPr>
          <p:cNvSpPr/>
          <p:nvPr/>
        </p:nvSpPr>
        <p:spPr>
          <a:xfrm flipV="1">
            <a:off x="2881695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2" name="Shape 50">
            <a:extLst>
              <a:ext uri="{FF2B5EF4-FFF2-40B4-BE49-F238E27FC236}">
                <a16:creationId xmlns:a16="http://schemas.microsoft.com/office/drawing/2014/main" id="{AD4DBD6D-14EF-4F23-A0FE-4F4B87915A3B}"/>
              </a:ext>
            </a:extLst>
          </p:cNvPr>
          <p:cNvSpPr/>
          <p:nvPr/>
        </p:nvSpPr>
        <p:spPr>
          <a:xfrm flipV="1">
            <a:off x="3677223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3" name="Shape 51">
            <a:extLst>
              <a:ext uri="{FF2B5EF4-FFF2-40B4-BE49-F238E27FC236}">
                <a16:creationId xmlns:a16="http://schemas.microsoft.com/office/drawing/2014/main" id="{215A88BB-75E5-47C5-9A44-0253B5EB5ADF}"/>
              </a:ext>
            </a:extLst>
          </p:cNvPr>
          <p:cNvSpPr/>
          <p:nvPr/>
        </p:nvSpPr>
        <p:spPr>
          <a:xfrm flipV="1">
            <a:off x="3279459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4" name="Shape 52">
            <a:extLst>
              <a:ext uri="{FF2B5EF4-FFF2-40B4-BE49-F238E27FC236}">
                <a16:creationId xmlns:a16="http://schemas.microsoft.com/office/drawing/2014/main" id="{D44A4846-4E5A-47E8-9A26-2EA1FDB5282F}"/>
              </a:ext>
            </a:extLst>
          </p:cNvPr>
          <p:cNvSpPr/>
          <p:nvPr/>
        </p:nvSpPr>
        <p:spPr>
          <a:xfrm flipV="1">
            <a:off x="4074987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5" name="Shape 53">
            <a:extLst>
              <a:ext uri="{FF2B5EF4-FFF2-40B4-BE49-F238E27FC236}">
                <a16:creationId xmlns:a16="http://schemas.microsoft.com/office/drawing/2014/main" id="{976F0754-E3FE-4128-9717-495B0A52B001}"/>
              </a:ext>
            </a:extLst>
          </p:cNvPr>
          <p:cNvSpPr/>
          <p:nvPr/>
        </p:nvSpPr>
        <p:spPr>
          <a:xfrm flipV="1">
            <a:off x="3677223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6" name="Shape 54">
            <a:extLst>
              <a:ext uri="{FF2B5EF4-FFF2-40B4-BE49-F238E27FC236}">
                <a16:creationId xmlns:a16="http://schemas.microsoft.com/office/drawing/2014/main" id="{C37CD75B-31C2-4D04-A083-A2E731586D9D}"/>
              </a:ext>
            </a:extLst>
          </p:cNvPr>
          <p:cNvSpPr/>
          <p:nvPr/>
        </p:nvSpPr>
        <p:spPr>
          <a:xfrm flipV="1">
            <a:off x="4472750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7" name="Shape 55">
            <a:extLst>
              <a:ext uri="{FF2B5EF4-FFF2-40B4-BE49-F238E27FC236}">
                <a16:creationId xmlns:a16="http://schemas.microsoft.com/office/drawing/2014/main" id="{52E9DE78-2526-410F-8983-8A181B437910}"/>
              </a:ext>
            </a:extLst>
          </p:cNvPr>
          <p:cNvSpPr/>
          <p:nvPr/>
        </p:nvSpPr>
        <p:spPr>
          <a:xfrm flipV="1">
            <a:off x="4074986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8" name="Shape 56">
            <a:extLst>
              <a:ext uri="{FF2B5EF4-FFF2-40B4-BE49-F238E27FC236}">
                <a16:creationId xmlns:a16="http://schemas.microsoft.com/office/drawing/2014/main" id="{F6F21675-68C2-48B9-AF93-701D13D3FA75}"/>
              </a:ext>
            </a:extLst>
          </p:cNvPr>
          <p:cNvSpPr/>
          <p:nvPr/>
        </p:nvSpPr>
        <p:spPr>
          <a:xfrm flipV="1">
            <a:off x="4870515" y="425546"/>
            <a:ext cx="0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59" name="Shape 57">
            <a:extLst>
              <a:ext uri="{FF2B5EF4-FFF2-40B4-BE49-F238E27FC236}">
                <a16:creationId xmlns:a16="http://schemas.microsoft.com/office/drawing/2014/main" id="{99C353B7-C254-46E7-9C91-325AC1BDEEAE}"/>
              </a:ext>
            </a:extLst>
          </p:cNvPr>
          <p:cNvSpPr/>
          <p:nvPr/>
        </p:nvSpPr>
        <p:spPr>
          <a:xfrm flipV="1">
            <a:off x="4472750" y="425546"/>
            <a:ext cx="397764" cy="260604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460" name="Shape 58">
            <a:extLst>
              <a:ext uri="{FF2B5EF4-FFF2-40B4-BE49-F238E27FC236}">
                <a16:creationId xmlns:a16="http://schemas.microsoft.com/office/drawing/2014/main" id="{C281A9D5-956E-41F9-89D3-53F4CDA2E6FE}"/>
              </a:ext>
            </a:extLst>
          </p:cNvPr>
          <p:cNvSpPr/>
          <p:nvPr/>
        </p:nvSpPr>
        <p:spPr>
          <a:xfrm flipV="1">
            <a:off x="4472750" y="1111346"/>
            <a:ext cx="0" cy="260604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461" name="Shape 59">
            <a:extLst>
              <a:ext uri="{FF2B5EF4-FFF2-40B4-BE49-F238E27FC236}">
                <a16:creationId xmlns:a16="http://schemas.microsoft.com/office/drawing/2014/main" id="{2CCB2B91-E1AB-4D54-ACC7-2F934B0E62EB}"/>
              </a:ext>
            </a:extLst>
          </p:cNvPr>
          <p:cNvSpPr/>
          <p:nvPr/>
        </p:nvSpPr>
        <p:spPr>
          <a:xfrm flipV="1">
            <a:off x="4074986" y="1111346"/>
            <a:ext cx="397764" cy="260604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462" name="Shape 60">
            <a:extLst>
              <a:ext uri="{FF2B5EF4-FFF2-40B4-BE49-F238E27FC236}">
                <a16:creationId xmlns:a16="http://schemas.microsoft.com/office/drawing/2014/main" id="{F86C15F7-5D80-45DA-AA0E-4C7E3A1B67FF}"/>
              </a:ext>
            </a:extLst>
          </p:cNvPr>
          <p:cNvSpPr/>
          <p:nvPr/>
        </p:nvSpPr>
        <p:spPr>
          <a:xfrm flipV="1">
            <a:off x="4870515" y="1111346"/>
            <a:ext cx="0" cy="260604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463" name="Shape 61">
            <a:extLst>
              <a:ext uri="{FF2B5EF4-FFF2-40B4-BE49-F238E27FC236}">
                <a16:creationId xmlns:a16="http://schemas.microsoft.com/office/drawing/2014/main" id="{37ABFAC9-FEF1-43F7-8224-593B6006AA59}"/>
              </a:ext>
            </a:extLst>
          </p:cNvPr>
          <p:cNvSpPr/>
          <p:nvPr/>
        </p:nvSpPr>
        <p:spPr>
          <a:xfrm flipV="1">
            <a:off x="4472750" y="1111346"/>
            <a:ext cx="397764" cy="260604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464" name="Shape 62">
            <a:extLst>
              <a:ext uri="{FF2B5EF4-FFF2-40B4-BE49-F238E27FC236}">
                <a16:creationId xmlns:a16="http://schemas.microsoft.com/office/drawing/2014/main" id="{E20029F8-0C5E-4256-AC6B-17ADDAD5A0CF}"/>
              </a:ext>
            </a:extLst>
          </p:cNvPr>
          <p:cNvSpPr/>
          <p:nvPr/>
        </p:nvSpPr>
        <p:spPr>
          <a:xfrm flipV="1">
            <a:off x="5268279" y="1111346"/>
            <a:ext cx="0" cy="260604"/>
          </a:xfrm>
          <a:prstGeom prst="line">
            <a:avLst/>
          </a:prstGeom>
          <a:noFill/>
          <a:ln w="16510">
            <a:solidFill>
              <a:srgbClr val="B0413E"/>
            </a:solidFill>
            <a:prstDash val="solid"/>
            <a:tailEnd type="triangle"/>
          </a:ln>
        </p:spPr>
      </p:sp>
      <p:sp>
        <p:nvSpPr>
          <p:cNvPr id="465" name="Shape 63">
            <a:extLst>
              <a:ext uri="{FF2B5EF4-FFF2-40B4-BE49-F238E27FC236}">
                <a16:creationId xmlns:a16="http://schemas.microsoft.com/office/drawing/2014/main" id="{B036B879-E2B4-4EBE-B4F0-35BD895A7B98}"/>
              </a:ext>
            </a:extLst>
          </p:cNvPr>
          <p:cNvSpPr/>
          <p:nvPr/>
        </p:nvSpPr>
        <p:spPr>
          <a:xfrm flipV="1">
            <a:off x="4870515" y="1111346"/>
            <a:ext cx="397764" cy="260604"/>
          </a:xfrm>
          <a:prstGeom prst="line">
            <a:avLst/>
          </a:prstGeom>
          <a:noFill/>
          <a:ln w="16510">
            <a:solidFill>
              <a:srgbClr val="B0413E"/>
            </a:solidFill>
            <a:prstDash val="solid"/>
            <a:tailEnd type="triangle"/>
          </a:ln>
        </p:spPr>
      </p:sp>
      <p:sp>
        <p:nvSpPr>
          <p:cNvPr id="466" name="Shape 64">
            <a:extLst>
              <a:ext uri="{FF2B5EF4-FFF2-40B4-BE49-F238E27FC236}">
                <a16:creationId xmlns:a16="http://schemas.microsoft.com/office/drawing/2014/main" id="{52460174-1D80-4BE4-B9E7-69471101F582}"/>
              </a:ext>
            </a:extLst>
          </p:cNvPr>
          <p:cNvSpPr/>
          <p:nvPr/>
        </p:nvSpPr>
        <p:spPr>
          <a:xfrm flipV="1">
            <a:off x="4870515" y="768447"/>
            <a:ext cx="0" cy="260604"/>
          </a:xfrm>
          <a:prstGeom prst="line">
            <a:avLst/>
          </a:prstGeom>
          <a:noFill/>
          <a:ln w="16510">
            <a:solidFill>
              <a:srgbClr val="117738"/>
            </a:solidFill>
            <a:prstDash val="solid"/>
            <a:tailEnd type="triangle"/>
          </a:ln>
        </p:spPr>
      </p:sp>
      <p:sp>
        <p:nvSpPr>
          <p:cNvPr id="467" name="Shape 65">
            <a:extLst>
              <a:ext uri="{FF2B5EF4-FFF2-40B4-BE49-F238E27FC236}">
                <a16:creationId xmlns:a16="http://schemas.microsoft.com/office/drawing/2014/main" id="{852A5AE3-B828-4517-B4B4-7CD8B03121D1}"/>
              </a:ext>
            </a:extLst>
          </p:cNvPr>
          <p:cNvSpPr/>
          <p:nvPr/>
        </p:nvSpPr>
        <p:spPr>
          <a:xfrm flipV="1">
            <a:off x="4472750" y="768447"/>
            <a:ext cx="397764" cy="260604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468" name="Shape 66">
            <a:extLst>
              <a:ext uri="{FF2B5EF4-FFF2-40B4-BE49-F238E27FC236}">
                <a16:creationId xmlns:a16="http://schemas.microsoft.com/office/drawing/2014/main" id="{CCD84D2A-3191-4A7C-B28E-2ABE287E908E}"/>
              </a:ext>
            </a:extLst>
          </p:cNvPr>
          <p:cNvSpPr/>
          <p:nvPr/>
        </p:nvSpPr>
        <p:spPr>
          <a:xfrm flipV="1">
            <a:off x="5268279" y="768447"/>
            <a:ext cx="0" cy="260604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469" name="Shape 67">
            <a:extLst>
              <a:ext uri="{FF2B5EF4-FFF2-40B4-BE49-F238E27FC236}">
                <a16:creationId xmlns:a16="http://schemas.microsoft.com/office/drawing/2014/main" id="{60901D35-3C2F-4B40-AAD0-ECAB51749926}"/>
              </a:ext>
            </a:extLst>
          </p:cNvPr>
          <p:cNvSpPr/>
          <p:nvPr/>
        </p:nvSpPr>
        <p:spPr>
          <a:xfrm flipV="1">
            <a:off x="4870515" y="768447"/>
            <a:ext cx="397764" cy="260604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470" name="Shape 68">
            <a:extLst>
              <a:ext uri="{FF2B5EF4-FFF2-40B4-BE49-F238E27FC236}">
                <a16:creationId xmlns:a16="http://schemas.microsoft.com/office/drawing/2014/main" id="{26C40313-A4CA-40D6-B516-6DFBF47F3BAF}"/>
              </a:ext>
            </a:extLst>
          </p:cNvPr>
          <p:cNvSpPr/>
          <p:nvPr/>
        </p:nvSpPr>
        <p:spPr>
          <a:xfrm flipV="1">
            <a:off x="5268279" y="425546"/>
            <a:ext cx="0" cy="260604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471" name="Shape 69">
            <a:extLst>
              <a:ext uri="{FF2B5EF4-FFF2-40B4-BE49-F238E27FC236}">
                <a16:creationId xmlns:a16="http://schemas.microsoft.com/office/drawing/2014/main" id="{EBF0D79A-453E-402B-8851-E7A3FC9E5EE3}"/>
              </a:ext>
            </a:extLst>
          </p:cNvPr>
          <p:cNvSpPr/>
          <p:nvPr/>
        </p:nvSpPr>
        <p:spPr>
          <a:xfrm flipV="1">
            <a:off x="4870515" y="425546"/>
            <a:ext cx="397764" cy="260604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472" name="Shape 70">
            <a:extLst>
              <a:ext uri="{FF2B5EF4-FFF2-40B4-BE49-F238E27FC236}">
                <a16:creationId xmlns:a16="http://schemas.microsoft.com/office/drawing/2014/main" id="{8217C76A-918C-4865-9000-46FC98D3E3C9}"/>
              </a:ext>
            </a:extLst>
          </p:cNvPr>
          <p:cNvSpPr/>
          <p:nvPr/>
        </p:nvSpPr>
        <p:spPr>
          <a:xfrm>
            <a:off x="848299" y="13685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73" name="Shape 71">
            <a:extLst>
              <a:ext uri="{FF2B5EF4-FFF2-40B4-BE49-F238E27FC236}">
                <a16:creationId xmlns:a16="http://schemas.microsoft.com/office/drawing/2014/main" id="{50A02DA0-FB72-4364-8FFD-C82E677DD1B3}"/>
              </a:ext>
            </a:extLst>
          </p:cNvPr>
          <p:cNvSpPr/>
          <p:nvPr/>
        </p:nvSpPr>
        <p:spPr>
          <a:xfrm>
            <a:off x="1246063" y="13685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74" name="Shape 72">
            <a:extLst>
              <a:ext uri="{FF2B5EF4-FFF2-40B4-BE49-F238E27FC236}">
                <a16:creationId xmlns:a16="http://schemas.microsoft.com/office/drawing/2014/main" id="{A6605E36-7A6E-4F2E-8C2C-A9C946F8644D}"/>
              </a:ext>
            </a:extLst>
          </p:cNvPr>
          <p:cNvSpPr/>
          <p:nvPr/>
        </p:nvSpPr>
        <p:spPr>
          <a:xfrm>
            <a:off x="1643826" y="13685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75" name="Shape 73">
            <a:extLst>
              <a:ext uri="{FF2B5EF4-FFF2-40B4-BE49-F238E27FC236}">
                <a16:creationId xmlns:a16="http://schemas.microsoft.com/office/drawing/2014/main" id="{0EC5A851-4E9D-4091-9F1C-2A7A5EA4967A}"/>
              </a:ext>
            </a:extLst>
          </p:cNvPr>
          <p:cNvSpPr/>
          <p:nvPr/>
        </p:nvSpPr>
        <p:spPr>
          <a:xfrm>
            <a:off x="2041590" y="13685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76" name="Shape 74">
            <a:extLst>
              <a:ext uri="{FF2B5EF4-FFF2-40B4-BE49-F238E27FC236}">
                <a16:creationId xmlns:a16="http://schemas.microsoft.com/office/drawing/2014/main" id="{3CB56BAC-AF61-4EC3-8CE0-A81F8E1DBC6D}"/>
              </a:ext>
            </a:extLst>
          </p:cNvPr>
          <p:cNvSpPr/>
          <p:nvPr/>
        </p:nvSpPr>
        <p:spPr>
          <a:xfrm>
            <a:off x="2439354" y="13685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77" name="Shape 75">
            <a:extLst>
              <a:ext uri="{FF2B5EF4-FFF2-40B4-BE49-F238E27FC236}">
                <a16:creationId xmlns:a16="http://schemas.microsoft.com/office/drawing/2014/main" id="{885C60E6-5E64-45F3-8B23-01558BC46F69}"/>
              </a:ext>
            </a:extLst>
          </p:cNvPr>
          <p:cNvSpPr/>
          <p:nvPr/>
        </p:nvSpPr>
        <p:spPr>
          <a:xfrm>
            <a:off x="2837120" y="13685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78" name="Shape 76">
            <a:extLst>
              <a:ext uri="{FF2B5EF4-FFF2-40B4-BE49-F238E27FC236}">
                <a16:creationId xmlns:a16="http://schemas.microsoft.com/office/drawing/2014/main" id="{63FC56E8-AA1D-41BB-97FE-C286CB6CFC6E}"/>
              </a:ext>
            </a:extLst>
          </p:cNvPr>
          <p:cNvSpPr/>
          <p:nvPr/>
        </p:nvSpPr>
        <p:spPr>
          <a:xfrm>
            <a:off x="3234882" y="13685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79" name="Shape 77">
            <a:extLst>
              <a:ext uri="{FF2B5EF4-FFF2-40B4-BE49-F238E27FC236}">
                <a16:creationId xmlns:a16="http://schemas.microsoft.com/office/drawing/2014/main" id="{BBB11CC2-082A-4370-A6D0-9AC7D586B52F}"/>
              </a:ext>
            </a:extLst>
          </p:cNvPr>
          <p:cNvSpPr/>
          <p:nvPr/>
        </p:nvSpPr>
        <p:spPr>
          <a:xfrm>
            <a:off x="3632646" y="13685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80" name="Shape 78">
            <a:extLst>
              <a:ext uri="{FF2B5EF4-FFF2-40B4-BE49-F238E27FC236}">
                <a16:creationId xmlns:a16="http://schemas.microsoft.com/office/drawing/2014/main" id="{99FE4FE5-6316-4332-8727-8F2D129B4CA4}"/>
              </a:ext>
            </a:extLst>
          </p:cNvPr>
          <p:cNvSpPr/>
          <p:nvPr/>
        </p:nvSpPr>
        <p:spPr>
          <a:xfrm>
            <a:off x="4030410" y="1368521"/>
            <a:ext cx="89154" cy="8915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481" name="Shape 79">
            <a:extLst>
              <a:ext uri="{FF2B5EF4-FFF2-40B4-BE49-F238E27FC236}">
                <a16:creationId xmlns:a16="http://schemas.microsoft.com/office/drawing/2014/main" id="{0A2A9F05-EC9D-46D2-AB57-2A2D737C6CD3}"/>
              </a:ext>
            </a:extLst>
          </p:cNvPr>
          <p:cNvSpPr/>
          <p:nvPr/>
        </p:nvSpPr>
        <p:spPr>
          <a:xfrm>
            <a:off x="4428176" y="1368521"/>
            <a:ext cx="89154" cy="8915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482" name="Shape 80">
            <a:extLst>
              <a:ext uri="{FF2B5EF4-FFF2-40B4-BE49-F238E27FC236}">
                <a16:creationId xmlns:a16="http://schemas.microsoft.com/office/drawing/2014/main" id="{48741685-992C-4D93-AC5F-FA1FDB29D494}"/>
              </a:ext>
            </a:extLst>
          </p:cNvPr>
          <p:cNvSpPr/>
          <p:nvPr/>
        </p:nvSpPr>
        <p:spPr>
          <a:xfrm>
            <a:off x="4825939" y="1368521"/>
            <a:ext cx="89154" cy="8915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483" name="Shape 81">
            <a:extLst>
              <a:ext uri="{FF2B5EF4-FFF2-40B4-BE49-F238E27FC236}">
                <a16:creationId xmlns:a16="http://schemas.microsoft.com/office/drawing/2014/main" id="{76FECFD1-F24F-4572-A2A8-F5268B1AA759}"/>
              </a:ext>
            </a:extLst>
          </p:cNvPr>
          <p:cNvSpPr/>
          <p:nvPr/>
        </p:nvSpPr>
        <p:spPr>
          <a:xfrm>
            <a:off x="5223703" y="1368521"/>
            <a:ext cx="89154" cy="8915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484" name="Shape 82">
            <a:extLst>
              <a:ext uri="{FF2B5EF4-FFF2-40B4-BE49-F238E27FC236}">
                <a16:creationId xmlns:a16="http://schemas.microsoft.com/office/drawing/2014/main" id="{773480BC-2B11-4A28-983E-D54CCB972176}"/>
              </a:ext>
            </a:extLst>
          </p:cNvPr>
          <p:cNvSpPr/>
          <p:nvPr/>
        </p:nvSpPr>
        <p:spPr>
          <a:xfrm>
            <a:off x="848299" y="10256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85" name="Shape 83">
            <a:extLst>
              <a:ext uri="{FF2B5EF4-FFF2-40B4-BE49-F238E27FC236}">
                <a16:creationId xmlns:a16="http://schemas.microsoft.com/office/drawing/2014/main" id="{E2998F6A-9BB7-46E1-8B2B-02100A523FEC}"/>
              </a:ext>
            </a:extLst>
          </p:cNvPr>
          <p:cNvSpPr/>
          <p:nvPr/>
        </p:nvSpPr>
        <p:spPr>
          <a:xfrm>
            <a:off x="1246063" y="10256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86" name="Shape 84">
            <a:extLst>
              <a:ext uri="{FF2B5EF4-FFF2-40B4-BE49-F238E27FC236}">
                <a16:creationId xmlns:a16="http://schemas.microsoft.com/office/drawing/2014/main" id="{E08C5E24-5F0F-42F1-9111-2561A8CBB9CD}"/>
              </a:ext>
            </a:extLst>
          </p:cNvPr>
          <p:cNvSpPr/>
          <p:nvPr/>
        </p:nvSpPr>
        <p:spPr>
          <a:xfrm>
            <a:off x="1643826" y="10256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87" name="Shape 85">
            <a:extLst>
              <a:ext uri="{FF2B5EF4-FFF2-40B4-BE49-F238E27FC236}">
                <a16:creationId xmlns:a16="http://schemas.microsoft.com/office/drawing/2014/main" id="{0A3D67B7-01BE-4C70-846F-7FE2A3E0D67D}"/>
              </a:ext>
            </a:extLst>
          </p:cNvPr>
          <p:cNvSpPr/>
          <p:nvPr/>
        </p:nvSpPr>
        <p:spPr>
          <a:xfrm>
            <a:off x="2041590" y="10256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88" name="Shape 86">
            <a:extLst>
              <a:ext uri="{FF2B5EF4-FFF2-40B4-BE49-F238E27FC236}">
                <a16:creationId xmlns:a16="http://schemas.microsoft.com/office/drawing/2014/main" id="{504A4CC7-8CA1-44CD-8C78-8B703D76E4CA}"/>
              </a:ext>
            </a:extLst>
          </p:cNvPr>
          <p:cNvSpPr/>
          <p:nvPr/>
        </p:nvSpPr>
        <p:spPr>
          <a:xfrm>
            <a:off x="2439354" y="10256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89" name="Shape 87">
            <a:extLst>
              <a:ext uri="{FF2B5EF4-FFF2-40B4-BE49-F238E27FC236}">
                <a16:creationId xmlns:a16="http://schemas.microsoft.com/office/drawing/2014/main" id="{7A0952EB-12C2-4A8E-9DB0-16608ECDF430}"/>
              </a:ext>
            </a:extLst>
          </p:cNvPr>
          <p:cNvSpPr/>
          <p:nvPr/>
        </p:nvSpPr>
        <p:spPr>
          <a:xfrm>
            <a:off x="2837120" y="10256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90" name="Shape 88">
            <a:extLst>
              <a:ext uri="{FF2B5EF4-FFF2-40B4-BE49-F238E27FC236}">
                <a16:creationId xmlns:a16="http://schemas.microsoft.com/office/drawing/2014/main" id="{899779C9-1F8B-4FD6-ABC6-322D80F79C69}"/>
              </a:ext>
            </a:extLst>
          </p:cNvPr>
          <p:cNvSpPr/>
          <p:nvPr/>
        </p:nvSpPr>
        <p:spPr>
          <a:xfrm>
            <a:off x="3234882" y="10256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91" name="Shape 89">
            <a:extLst>
              <a:ext uri="{FF2B5EF4-FFF2-40B4-BE49-F238E27FC236}">
                <a16:creationId xmlns:a16="http://schemas.microsoft.com/office/drawing/2014/main" id="{9C6B0FAC-CD69-4DE6-BD3F-649BF34A3E68}"/>
              </a:ext>
            </a:extLst>
          </p:cNvPr>
          <p:cNvSpPr/>
          <p:nvPr/>
        </p:nvSpPr>
        <p:spPr>
          <a:xfrm>
            <a:off x="3632646" y="10256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92" name="Shape 90">
            <a:extLst>
              <a:ext uri="{FF2B5EF4-FFF2-40B4-BE49-F238E27FC236}">
                <a16:creationId xmlns:a16="http://schemas.microsoft.com/office/drawing/2014/main" id="{0BC16FA5-1741-4C09-ABB9-54DE31F6EB51}"/>
              </a:ext>
            </a:extLst>
          </p:cNvPr>
          <p:cNvSpPr/>
          <p:nvPr/>
        </p:nvSpPr>
        <p:spPr>
          <a:xfrm>
            <a:off x="4030410" y="10256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93" name="Shape 91">
            <a:extLst>
              <a:ext uri="{FF2B5EF4-FFF2-40B4-BE49-F238E27FC236}">
                <a16:creationId xmlns:a16="http://schemas.microsoft.com/office/drawing/2014/main" id="{D6CBFDB0-EF8D-4A2A-81BD-834932C47DE8}"/>
              </a:ext>
            </a:extLst>
          </p:cNvPr>
          <p:cNvSpPr/>
          <p:nvPr/>
        </p:nvSpPr>
        <p:spPr>
          <a:xfrm>
            <a:off x="4428176" y="1025623"/>
            <a:ext cx="89154" cy="8915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494" name="Shape 92">
            <a:extLst>
              <a:ext uri="{FF2B5EF4-FFF2-40B4-BE49-F238E27FC236}">
                <a16:creationId xmlns:a16="http://schemas.microsoft.com/office/drawing/2014/main" id="{1CBB5A18-74CA-4FD3-9F89-F457F29949A3}"/>
              </a:ext>
            </a:extLst>
          </p:cNvPr>
          <p:cNvSpPr/>
          <p:nvPr/>
        </p:nvSpPr>
        <p:spPr>
          <a:xfrm>
            <a:off x="4825939" y="1025623"/>
            <a:ext cx="89154" cy="8915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495" name="Shape 93">
            <a:extLst>
              <a:ext uri="{FF2B5EF4-FFF2-40B4-BE49-F238E27FC236}">
                <a16:creationId xmlns:a16="http://schemas.microsoft.com/office/drawing/2014/main" id="{6437987E-D320-45FB-911F-6B8C29488C21}"/>
              </a:ext>
            </a:extLst>
          </p:cNvPr>
          <p:cNvSpPr/>
          <p:nvPr/>
        </p:nvSpPr>
        <p:spPr>
          <a:xfrm>
            <a:off x="5223703" y="1025623"/>
            <a:ext cx="89154" cy="8915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496" name="Shape 94">
            <a:extLst>
              <a:ext uri="{FF2B5EF4-FFF2-40B4-BE49-F238E27FC236}">
                <a16:creationId xmlns:a16="http://schemas.microsoft.com/office/drawing/2014/main" id="{CC16CC9F-298A-4DCF-869C-431898AD9645}"/>
              </a:ext>
            </a:extLst>
          </p:cNvPr>
          <p:cNvSpPr/>
          <p:nvPr/>
        </p:nvSpPr>
        <p:spPr>
          <a:xfrm>
            <a:off x="848299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97" name="Shape 95">
            <a:extLst>
              <a:ext uri="{FF2B5EF4-FFF2-40B4-BE49-F238E27FC236}">
                <a16:creationId xmlns:a16="http://schemas.microsoft.com/office/drawing/2014/main" id="{2CF13952-5DFD-4922-9405-40E17C8ED780}"/>
              </a:ext>
            </a:extLst>
          </p:cNvPr>
          <p:cNvSpPr/>
          <p:nvPr/>
        </p:nvSpPr>
        <p:spPr>
          <a:xfrm>
            <a:off x="1246063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98" name="Shape 96">
            <a:extLst>
              <a:ext uri="{FF2B5EF4-FFF2-40B4-BE49-F238E27FC236}">
                <a16:creationId xmlns:a16="http://schemas.microsoft.com/office/drawing/2014/main" id="{998AFCA3-1AAB-445E-9784-E49E94DAE37B}"/>
              </a:ext>
            </a:extLst>
          </p:cNvPr>
          <p:cNvSpPr/>
          <p:nvPr/>
        </p:nvSpPr>
        <p:spPr>
          <a:xfrm>
            <a:off x="1643826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499" name="Shape 97">
            <a:extLst>
              <a:ext uri="{FF2B5EF4-FFF2-40B4-BE49-F238E27FC236}">
                <a16:creationId xmlns:a16="http://schemas.microsoft.com/office/drawing/2014/main" id="{4BB51ED9-A28A-4262-BF38-087BE6355117}"/>
              </a:ext>
            </a:extLst>
          </p:cNvPr>
          <p:cNvSpPr/>
          <p:nvPr/>
        </p:nvSpPr>
        <p:spPr>
          <a:xfrm>
            <a:off x="2041590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00" name="Shape 98">
            <a:extLst>
              <a:ext uri="{FF2B5EF4-FFF2-40B4-BE49-F238E27FC236}">
                <a16:creationId xmlns:a16="http://schemas.microsoft.com/office/drawing/2014/main" id="{AC74E441-2B46-447A-B8A5-78F37DA1DC21}"/>
              </a:ext>
            </a:extLst>
          </p:cNvPr>
          <p:cNvSpPr/>
          <p:nvPr/>
        </p:nvSpPr>
        <p:spPr>
          <a:xfrm>
            <a:off x="2439354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01" name="Shape 99">
            <a:extLst>
              <a:ext uri="{FF2B5EF4-FFF2-40B4-BE49-F238E27FC236}">
                <a16:creationId xmlns:a16="http://schemas.microsoft.com/office/drawing/2014/main" id="{8319D23F-FBC7-4DED-AFD9-432ECDA3F4DA}"/>
              </a:ext>
            </a:extLst>
          </p:cNvPr>
          <p:cNvSpPr/>
          <p:nvPr/>
        </p:nvSpPr>
        <p:spPr>
          <a:xfrm>
            <a:off x="2837120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02" name="Shape 100">
            <a:extLst>
              <a:ext uri="{FF2B5EF4-FFF2-40B4-BE49-F238E27FC236}">
                <a16:creationId xmlns:a16="http://schemas.microsoft.com/office/drawing/2014/main" id="{E9AF3FB6-9905-4A0F-BA7C-049D911E1C7A}"/>
              </a:ext>
            </a:extLst>
          </p:cNvPr>
          <p:cNvSpPr/>
          <p:nvPr/>
        </p:nvSpPr>
        <p:spPr>
          <a:xfrm>
            <a:off x="3234882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03" name="Shape 101">
            <a:extLst>
              <a:ext uri="{FF2B5EF4-FFF2-40B4-BE49-F238E27FC236}">
                <a16:creationId xmlns:a16="http://schemas.microsoft.com/office/drawing/2014/main" id="{C5B741A7-0E8D-4992-BD5A-835469B9248C}"/>
              </a:ext>
            </a:extLst>
          </p:cNvPr>
          <p:cNvSpPr/>
          <p:nvPr/>
        </p:nvSpPr>
        <p:spPr>
          <a:xfrm>
            <a:off x="3632646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04" name="Shape 102">
            <a:extLst>
              <a:ext uri="{FF2B5EF4-FFF2-40B4-BE49-F238E27FC236}">
                <a16:creationId xmlns:a16="http://schemas.microsoft.com/office/drawing/2014/main" id="{E41C9FFB-9FEB-43A0-936B-A04DF4DC675F}"/>
              </a:ext>
            </a:extLst>
          </p:cNvPr>
          <p:cNvSpPr/>
          <p:nvPr/>
        </p:nvSpPr>
        <p:spPr>
          <a:xfrm>
            <a:off x="4030410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05" name="Shape 103">
            <a:extLst>
              <a:ext uri="{FF2B5EF4-FFF2-40B4-BE49-F238E27FC236}">
                <a16:creationId xmlns:a16="http://schemas.microsoft.com/office/drawing/2014/main" id="{A97519DD-6B32-4317-9DC6-361C5B8D0DB1}"/>
              </a:ext>
            </a:extLst>
          </p:cNvPr>
          <p:cNvSpPr/>
          <p:nvPr/>
        </p:nvSpPr>
        <p:spPr>
          <a:xfrm>
            <a:off x="4428176" y="682721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06" name="Shape 104">
            <a:extLst>
              <a:ext uri="{FF2B5EF4-FFF2-40B4-BE49-F238E27FC236}">
                <a16:creationId xmlns:a16="http://schemas.microsoft.com/office/drawing/2014/main" id="{4C6E228B-5503-449C-86D6-FF80476EE5B3}"/>
              </a:ext>
            </a:extLst>
          </p:cNvPr>
          <p:cNvSpPr/>
          <p:nvPr/>
        </p:nvSpPr>
        <p:spPr>
          <a:xfrm>
            <a:off x="4825939" y="682721"/>
            <a:ext cx="89154" cy="8915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507" name="Shape 105">
            <a:extLst>
              <a:ext uri="{FF2B5EF4-FFF2-40B4-BE49-F238E27FC236}">
                <a16:creationId xmlns:a16="http://schemas.microsoft.com/office/drawing/2014/main" id="{AD05A1AF-A629-48D4-AC92-26FC005C3355}"/>
              </a:ext>
            </a:extLst>
          </p:cNvPr>
          <p:cNvSpPr/>
          <p:nvPr/>
        </p:nvSpPr>
        <p:spPr>
          <a:xfrm>
            <a:off x="5223703" y="682721"/>
            <a:ext cx="89154" cy="89154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508" name="Shape 106">
            <a:extLst>
              <a:ext uri="{FF2B5EF4-FFF2-40B4-BE49-F238E27FC236}">
                <a16:creationId xmlns:a16="http://schemas.microsoft.com/office/drawing/2014/main" id="{A793588F-A201-40D2-87E4-D334300D5763}"/>
              </a:ext>
            </a:extLst>
          </p:cNvPr>
          <p:cNvSpPr/>
          <p:nvPr/>
        </p:nvSpPr>
        <p:spPr>
          <a:xfrm>
            <a:off x="848299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09" name="Shape 107">
            <a:extLst>
              <a:ext uri="{FF2B5EF4-FFF2-40B4-BE49-F238E27FC236}">
                <a16:creationId xmlns:a16="http://schemas.microsoft.com/office/drawing/2014/main" id="{6DCB11E3-F996-4067-845E-306FE96C98B7}"/>
              </a:ext>
            </a:extLst>
          </p:cNvPr>
          <p:cNvSpPr/>
          <p:nvPr/>
        </p:nvSpPr>
        <p:spPr>
          <a:xfrm>
            <a:off x="1246063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0" name="Shape 108">
            <a:extLst>
              <a:ext uri="{FF2B5EF4-FFF2-40B4-BE49-F238E27FC236}">
                <a16:creationId xmlns:a16="http://schemas.microsoft.com/office/drawing/2014/main" id="{DB234AE2-CEE6-4987-82E7-FBEAFA484EFE}"/>
              </a:ext>
            </a:extLst>
          </p:cNvPr>
          <p:cNvSpPr/>
          <p:nvPr/>
        </p:nvSpPr>
        <p:spPr>
          <a:xfrm>
            <a:off x="1643826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1" name="Shape 109">
            <a:extLst>
              <a:ext uri="{FF2B5EF4-FFF2-40B4-BE49-F238E27FC236}">
                <a16:creationId xmlns:a16="http://schemas.microsoft.com/office/drawing/2014/main" id="{36E1FE92-0BAC-4EDA-B23F-D29EAD856421}"/>
              </a:ext>
            </a:extLst>
          </p:cNvPr>
          <p:cNvSpPr/>
          <p:nvPr/>
        </p:nvSpPr>
        <p:spPr>
          <a:xfrm>
            <a:off x="2041590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2" name="Shape 110">
            <a:extLst>
              <a:ext uri="{FF2B5EF4-FFF2-40B4-BE49-F238E27FC236}">
                <a16:creationId xmlns:a16="http://schemas.microsoft.com/office/drawing/2014/main" id="{592F8749-E4EA-4864-B623-39890C69249F}"/>
              </a:ext>
            </a:extLst>
          </p:cNvPr>
          <p:cNvSpPr/>
          <p:nvPr/>
        </p:nvSpPr>
        <p:spPr>
          <a:xfrm>
            <a:off x="2439354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3" name="Shape 111">
            <a:extLst>
              <a:ext uri="{FF2B5EF4-FFF2-40B4-BE49-F238E27FC236}">
                <a16:creationId xmlns:a16="http://schemas.microsoft.com/office/drawing/2014/main" id="{62175E93-EB9C-4689-BF6D-518E3150FC0F}"/>
              </a:ext>
            </a:extLst>
          </p:cNvPr>
          <p:cNvSpPr/>
          <p:nvPr/>
        </p:nvSpPr>
        <p:spPr>
          <a:xfrm>
            <a:off x="2837120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4" name="Shape 112">
            <a:extLst>
              <a:ext uri="{FF2B5EF4-FFF2-40B4-BE49-F238E27FC236}">
                <a16:creationId xmlns:a16="http://schemas.microsoft.com/office/drawing/2014/main" id="{1FFB42DC-14F3-4C0F-A184-8B0882BFA5CF}"/>
              </a:ext>
            </a:extLst>
          </p:cNvPr>
          <p:cNvSpPr/>
          <p:nvPr/>
        </p:nvSpPr>
        <p:spPr>
          <a:xfrm>
            <a:off x="3234882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5" name="Shape 113">
            <a:extLst>
              <a:ext uri="{FF2B5EF4-FFF2-40B4-BE49-F238E27FC236}">
                <a16:creationId xmlns:a16="http://schemas.microsoft.com/office/drawing/2014/main" id="{57CF1A1B-4D20-4294-92BA-EE08F524F1E6}"/>
              </a:ext>
            </a:extLst>
          </p:cNvPr>
          <p:cNvSpPr/>
          <p:nvPr/>
        </p:nvSpPr>
        <p:spPr>
          <a:xfrm>
            <a:off x="3632646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6" name="Shape 114">
            <a:extLst>
              <a:ext uri="{FF2B5EF4-FFF2-40B4-BE49-F238E27FC236}">
                <a16:creationId xmlns:a16="http://schemas.microsoft.com/office/drawing/2014/main" id="{B1CE7B3E-D6E4-45E4-AF58-756767B36D06}"/>
              </a:ext>
            </a:extLst>
          </p:cNvPr>
          <p:cNvSpPr/>
          <p:nvPr/>
        </p:nvSpPr>
        <p:spPr>
          <a:xfrm>
            <a:off x="4030410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7" name="Shape 115">
            <a:extLst>
              <a:ext uri="{FF2B5EF4-FFF2-40B4-BE49-F238E27FC236}">
                <a16:creationId xmlns:a16="http://schemas.microsoft.com/office/drawing/2014/main" id="{F119CE08-641A-4A53-824D-357248167D7C}"/>
              </a:ext>
            </a:extLst>
          </p:cNvPr>
          <p:cNvSpPr/>
          <p:nvPr/>
        </p:nvSpPr>
        <p:spPr>
          <a:xfrm>
            <a:off x="4428176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8" name="Shape 116">
            <a:extLst>
              <a:ext uri="{FF2B5EF4-FFF2-40B4-BE49-F238E27FC236}">
                <a16:creationId xmlns:a16="http://schemas.microsoft.com/office/drawing/2014/main" id="{C608769D-CEBB-4544-8EB4-4B016B4D335C}"/>
              </a:ext>
            </a:extLst>
          </p:cNvPr>
          <p:cNvSpPr/>
          <p:nvPr/>
        </p:nvSpPr>
        <p:spPr>
          <a:xfrm>
            <a:off x="4825939" y="339823"/>
            <a:ext cx="89154" cy="8915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519" name="Shape 117">
            <a:extLst>
              <a:ext uri="{FF2B5EF4-FFF2-40B4-BE49-F238E27FC236}">
                <a16:creationId xmlns:a16="http://schemas.microsoft.com/office/drawing/2014/main" id="{C1789194-D59D-4A46-A3F0-E30BE181398F}"/>
              </a:ext>
            </a:extLst>
          </p:cNvPr>
          <p:cNvSpPr/>
          <p:nvPr/>
        </p:nvSpPr>
        <p:spPr>
          <a:xfrm>
            <a:off x="5223703" y="339823"/>
            <a:ext cx="89154" cy="89154"/>
          </a:xfrm>
          <a:prstGeom prst="ellipse">
            <a:avLst/>
          </a:prstGeom>
          <a:solidFill>
            <a:srgbClr val="0D7B51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520" name="Text 118">
            <a:extLst>
              <a:ext uri="{FF2B5EF4-FFF2-40B4-BE49-F238E27FC236}">
                <a16:creationId xmlns:a16="http://schemas.microsoft.com/office/drawing/2014/main" id="{EC03B4E6-AB67-4DF2-B49E-D05A190AC4A7}"/>
              </a:ext>
            </a:extLst>
          </p:cNvPr>
          <p:cNvSpPr/>
          <p:nvPr/>
        </p:nvSpPr>
        <p:spPr>
          <a:xfrm>
            <a:off x="61974" y="329532"/>
            <a:ext cx="741745" cy="10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3 (d=1)</a:t>
            </a:r>
            <a:endParaRPr lang="en-US" sz="800" dirty="0"/>
          </a:p>
        </p:txBody>
      </p:sp>
      <p:sp>
        <p:nvSpPr>
          <p:cNvPr id="521" name="Text 119">
            <a:extLst>
              <a:ext uri="{FF2B5EF4-FFF2-40B4-BE49-F238E27FC236}">
                <a16:creationId xmlns:a16="http://schemas.microsoft.com/office/drawing/2014/main" id="{80410EA6-92F6-4AE5-9607-7CA54CEAB0A9}"/>
              </a:ext>
            </a:extLst>
          </p:cNvPr>
          <p:cNvSpPr/>
          <p:nvPr/>
        </p:nvSpPr>
        <p:spPr>
          <a:xfrm>
            <a:off x="61974" y="662111"/>
            <a:ext cx="741745" cy="13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2 (d=1)</a:t>
            </a:r>
            <a:endParaRPr lang="en-US" sz="800" dirty="0"/>
          </a:p>
        </p:txBody>
      </p:sp>
      <p:sp>
        <p:nvSpPr>
          <p:cNvPr id="522" name="Text 120">
            <a:extLst>
              <a:ext uri="{FF2B5EF4-FFF2-40B4-BE49-F238E27FC236}">
                <a16:creationId xmlns:a16="http://schemas.microsoft.com/office/drawing/2014/main" id="{0CAEDE08-09D4-4AF3-A51A-DEDBB4D31E6A}"/>
              </a:ext>
            </a:extLst>
          </p:cNvPr>
          <p:cNvSpPr/>
          <p:nvPr/>
        </p:nvSpPr>
        <p:spPr>
          <a:xfrm>
            <a:off x="61975" y="1015337"/>
            <a:ext cx="750191" cy="10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 (d=1)</a:t>
            </a:r>
            <a:endParaRPr lang="en-US" sz="800" dirty="0"/>
          </a:p>
        </p:txBody>
      </p:sp>
      <p:sp>
        <p:nvSpPr>
          <p:cNvPr id="523" name="Text 121">
            <a:extLst>
              <a:ext uri="{FF2B5EF4-FFF2-40B4-BE49-F238E27FC236}">
                <a16:creationId xmlns:a16="http://schemas.microsoft.com/office/drawing/2014/main" id="{4E3E0B53-DD09-49CC-BE2F-9FB663E0564C}"/>
              </a:ext>
            </a:extLst>
          </p:cNvPr>
          <p:cNvSpPr/>
          <p:nvPr/>
        </p:nvSpPr>
        <p:spPr>
          <a:xfrm>
            <a:off x="241066" y="1368521"/>
            <a:ext cx="531118" cy="89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</a:t>
            </a:r>
            <a:r>
              <a:rPr lang="en-US" sz="8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800" dirty="0"/>
          </a:p>
        </p:txBody>
      </p:sp>
      <p:sp>
        <p:nvSpPr>
          <p:cNvPr id="524" name="Shape 122">
            <a:extLst>
              <a:ext uri="{FF2B5EF4-FFF2-40B4-BE49-F238E27FC236}">
                <a16:creationId xmlns:a16="http://schemas.microsoft.com/office/drawing/2014/main" id="{A231CFD8-28F6-45D0-9C88-0A5F84ED124F}"/>
              </a:ext>
            </a:extLst>
          </p:cNvPr>
          <p:cNvSpPr/>
          <p:nvPr/>
        </p:nvSpPr>
        <p:spPr>
          <a:xfrm>
            <a:off x="5330005" y="384397"/>
            <a:ext cx="281177" cy="0"/>
          </a:xfrm>
          <a:prstGeom prst="line">
            <a:avLst/>
          </a:prstGeom>
          <a:noFill/>
          <a:ln w="1905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525" name="Text 123">
            <a:extLst>
              <a:ext uri="{FF2B5EF4-FFF2-40B4-BE49-F238E27FC236}">
                <a16:creationId xmlns:a16="http://schemas.microsoft.com/office/drawing/2014/main" id="{3120C4EF-5AEA-4E0A-998F-AAD7C6A84E6A}"/>
              </a:ext>
            </a:extLst>
          </p:cNvPr>
          <p:cNvSpPr/>
          <p:nvPr/>
        </p:nvSpPr>
        <p:spPr>
          <a:xfrm>
            <a:off x="5343719" y="418688"/>
            <a:ext cx="25374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800" dirty="0"/>
          </a:p>
        </p:txBody>
      </p:sp>
      <p:sp>
        <p:nvSpPr>
          <p:cNvPr id="526" name="Shape 124">
            <a:extLst>
              <a:ext uri="{FF2B5EF4-FFF2-40B4-BE49-F238E27FC236}">
                <a16:creationId xmlns:a16="http://schemas.microsoft.com/office/drawing/2014/main" id="{2A7F5BB1-ADD2-437E-8FE8-75BE5DDF44CB}"/>
              </a:ext>
            </a:extLst>
          </p:cNvPr>
          <p:cNvSpPr/>
          <p:nvPr/>
        </p:nvSpPr>
        <p:spPr>
          <a:xfrm>
            <a:off x="3860366" y="1563210"/>
            <a:ext cx="1455923" cy="0"/>
          </a:xfrm>
          <a:prstGeom prst="line">
            <a:avLst/>
          </a:prstGeom>
          <a:noFill/>
          <a:ln w="15240">
            <a:solidFill>
              <a:srgbClr val="0D7B51"/>
            </a:solidFill>
            <a:prstDash val="solid"/>
            <a:tailEnd type="none"/>
          </a:ln>
        </p:spPr>
      </p:sp>
      <p:sp>
        <p:nvSpPr>
          <p:cNvPr id="527" name="Shape 125">
            <a:extLst>
              <a:ext uri="{FF2B5EF4-FFF2-40B4-BE49-F238E27FC236}">
                <a16:creationId xmlns:a16="http://schemas.microsoft.com/office/drawing/2014/main" id="{D96DE004-555B-4D19-BA1D-21445B7A6F93}"/>
              </a:ext>
            </a:extLst>
          </p:cNvPr>
          <p:cNvSpPr/>
          <p:nvPr/>
        </p:nvSpPr>
        <p:spPr>
          <a:xfrm flipV="1">
            <a:off x="3860364" y="1495394"/>
            <a:ext cx="0" cy="67816"/>
          </a:xfrm>
          <a:prstGeom prst="line">
            <a:avLst/>
          </a:prstGeom>
          <a:noFill/>
          <a:ln w="15240">
            <a:solidFill>
              <a:srgbClr val="0D7B51"/>
            </a:solidFill>
            <a:prstDash val="solid"/>
            <a:tailEnd type="none"/>
          </a:ln>
        </p:spPr>
      </p:sp>
      <p:sp>
        <p:nvSpPr>
          <p:cNvPr id="528" name="Shape 126">
            <a:extLst>
              <a:ext uri="{FF2B5EF4-FFF2-40B4-BE49-F238E27FC236}">
                <a16:creationId xmlns:a16="http://schemas.microsoft.com/office/drawing/2014/main" id="{1057178E-22A2-494B-804C-C53F49930C68}"/>
              </a:ext>
            </a:extLst>
          </p:cNvPr>
          <p:cNvSpPr/>
          <p:nvPr/>
        </p:nvSpPr>
        <p:spPr>
          <a:xfrm flipV="1">
            <a:off x="5312857" y="1495394"/>
            <a:ext cx="0" cy="67817"/>
          </a:xfrm>
          <a:prstGeom prst="line">
            <a:avLst/>
          </a:prstGeom>
          <a:noFill/>
          <a:ln w="15240">
            <a:solidFill>
              <a:srgbClr val="0D7B51"/>
            </a:solidFill>
            <a:prstDash val="solid"/>
            <a:tailEnd type="none"/>
          </a:ln>
        </p:spPr>
      </p:sp>
      <p:sp>
        <p:nvSpPr>
          <p:cNvPr id="529" name="Text 127">
            <a:extLst>
              <a:ext uri="{FF2B5EF4-FFF2-40B4-BE49-F238E27FC236}">
                <a16:creationId xmlns:a16="http://schemas.microsoft.com/office/drawing/2014/main" id="{8009477F-1CA4-40FF-9836-C2955A01122D}"/>
              </a:ext>
            </a:extLst>
          </p:cNvPr>
          <p:cNvSpPr/>
          <p:nvPr/>
        </p:nvSpPr>
        <p:spPr>
          <a:xfrm>
            <a:off x="3931765" y="1569305"/>
            <a:ext cx="1223391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D7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receptivo: 4 passos</a:t>
            </a:r>
            <a:endParaRPr lang="en-US" sz="800" dirty="0">
              <a:solidFill>
                <a:srgbClr val="0D7B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4" name="Text 121">
                <a:extLst>
                  <a:ext uri="{FF2B5EF4-FFF2-40B4-BE49-F238E27FC236}">
                    <a16:creationId xmlns:a16="http://schemas.microsoft.com/office/drawing/2014/main" id="{E350DC60-4DC3-4221-9F32-2D17F9A07282}"/>
                  </a:ext>
                </a:extLst>
              </p:cNvPr>
              <p:cNvSpPr/>
              <p:nvPr/>
            </p:nvSpPr>
            <p:spPr>
              <a:xfrm>
                <a:off x="5403164" y="250669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𝑦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534" name="Text 121">
                <a:extLst>
                  <a:ext uri="{FF2B5EF4-FFF2-40B4-BE49-F238E27FC236}">
                    <a16:creationId xmlns:a16="http://schemas.microsoft.com/office/drawing/2014/main" id="{E350DC60-4DC3-4221-9F32-2D17F9A072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164" y="250669"/>
                <a:ext cx="134854" cy="89154"/>
              </a:xfrm>
              <a:prstGeom prst="rect">
                <a:avLst/>
              </a:prstGeom>
              <a:blipFill>
                <a:blip r:embed="rId2"/>
                <a:stretch>
                  <a:fillRect l="-22727" b="-6000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" name="Text 121">
                <a:extLst>
                  <a:ext uri="{FF2B5EF4-FFF2-40B4-BE49-F238E27FC236}">
                    <a16:creationId xmlns:a16="http://schemas.microsoft.com/office/drawing/2014/main" id="{33A604DA-7CBA-4150-B81A-78E4795CCE78}"/>
                  </a:ext>
                </a:extLst>
              </p:cNvPr>
              <p:cNvSpPr/>
              <p:nvPr/>
            </p:nvSpPr>
            <p:spPr>
              <a:xfrm>
                <a:off x="5198531" y="1439385"/>
                <a:ext cx="112005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621" name="Text 121">
                <a:extLst>
                  <a:ext uri="{FF2B5EF4-FFF2-40B4-BE49-F238E27FC236}">
                    <a16:creationId xmlns:a16="http://schemas.microsoft.com/office/drawing/2014/main" id="{33A604DA-7CBA-4150-B81A-78E4795CCE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531" y="1439385"/>
                <a:ext cx="112005" cy="89154"/>
              </a:xfrm>
              <a:prstGeom prst="rect">
                <a:avLst/>
              </a:prstGeom>
              <a:blipFill>
                <a:blip r:embed="rId3"/>
                <a:stretch>
                  <a:fillRect l="-22222" b="-4000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2" name="Text 121">
                <a:extLst>
                  <a:ext uri="{FF2B5EF4-FFF2-40B4-BE49-F238E27FC236}">
                    <a16:creationId xmlns:a16="http://schemas.microsoft.com/office/drawing/2014/main" id="{47A57304-0021-49E0-8D73-1822B5586F89}"/>
                  </a:ext>
                </a:extLst>
              </p:cNvPr>
              <p:cNvSpPr/>
              <p:nvPr/>
            </p:nvSpPr>
            <p:spPr>
              <a:xfrm>
                <a:off x="4795347" y="1432907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622" name="Text 121">
                <a:extLst>
                  <a:ext uri="{FF2B5EF4-FFF2-40B4-BE49-F238E27FC236}">
                    <a16:creationId xmlns:a16="http://schemas.microsoft.com/office/drawing/2014/main" id="{47A57304-0021-49E0-8D73-1822B5586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347" y="1432907"/>
                <a:ext cx="134854" cy="89154"/>
              </a:xfrm>
              <a:prstGeom prst="rect">
                <a:avLst/>
              </a:prstGeom>
              <a:blipFill>
                <a:blip r:embed="rId4"/>
                <a:stretch>
                  <a:fillRect l="-50000" r="-27273" b="-4666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3" name="Text 121">
                <a:extLst>
                  <a:ext uri="{FF2B5EF4-FFF2-40B4-BE49-F238E27FC236}">
                    <a16:creationId xmlns:a16="http://schemas.microsoft.com/office/drawing/2014/main" id="{5C1BA978-E4C8-4336-A47D-E20C733F2978}"/>
                  </a:ext>
                </a:extLst>
              </p:cNvPr>
              <p:cNvSpPr/>
              <p:nvPr/>
            </p:nvSpPr>
            <p:spPr>
              <a:xfrm>
                <a:off x="4376599" y="1432907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623" name="Text 121">
                <a:extLst>
                  <a:ext uri="{FF2B5EF4-FFF2-40B4-BE49-F238E27FC236}">
                    <a16:creationId xmlns:a16="http://schemas.microsoft.com/office/drawing/2014/main" id="{5C1BA978-E4C8-4336-A47D-E20C733F29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599" y="1432907"/>
                <a:ext cx="134854" cy="89154"/>
              </a:xfrm>
              <a:prstGeom prst="rect">
                <a:avLst/>
              </a:prstGeom>
              <a:blipFill>
                <a:blip r:embed="rId5"/>
                <a:stretch>
                  <a:fillRect l="-50000" r="-27273" b="-4666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4" name="Text 121">
                <a:extLst>
                  <a:ext uri="{FF2B5EF4-FFF2-40B4-BE49-F238E27FC236}">
                    <a16:creationId xmlns:a16="http://schemas.microsoft.com/office/drawing/2014/main" id="{4040ABFB-BBBB-4FE6-8CEE-EFBFBDE0FF19}"/>
                  </a:ext>
                </a:extLst>
              </p:cNvPr>
              <p:cNvSpPr/>
              <p:nvPr/>
            </p:nvSpPr>
            <p:spPr>
              <a:xfrm>
                <a:off x="3957851" y="1432907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624" name="Text 121">
                <a:extLst>
                  <a:ext uri="{FF2B5EF4-FFF2-40B4-BE49-F238E27FC236}">
                    <a16:creationId xmlns:a16="http://schemas.microsoft.com/office/drawing/2014/main" id="{4040ABFB-BBBB-4FE6-8CEE-EFBFBDE0F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851" y="1432907"/>
                <a:ext cx="134854" cy="89154"/>
              </a:xfrm>
              <a:prstGeom prst="rect">
                <a:avLst/>
              </a:prstGeom>
              <a:blipFill>
                <a:blip r:embed="rId6"/>
                <a:stretch>
                  <a:fillRect l="-50000" r="-27273" b="-4666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4963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2356</TotalTime>
  <Words>34</Words>
  <Application>Microsoft Office PowerPoint</Application>
  <PresentationFormat>Personalizar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Persio Puertas Garcia Lorenti</dc:creator>
  <cp:lastModifiedBy>Persio Puertas Garcia Lorenti</cp:lastModifiedBy>
  <cp:revision>11</cp:revision>
  <dcterms:created xsi:type="dcterms:W3CDTF">2026-06-15T19:13:18Z</dcterms:created>
  <dcterms:modified xsi:type="dcterms:W3CDTF">2026-06-17T10:29:49Z</dcterms:modified>
</cp:coreProperties>
</file>